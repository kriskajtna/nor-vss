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Garden AI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Ime Priimek</a:t>
            </a:r>
          </a:p>
          <a:p>
            <a:r>
              <a:t>Fakulteta / Datum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Uvod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aplikacija za prepoznavanje rastlin in priporočanje najboljših sosedov na vrtu.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</a:t>
            </a:r>
          </a:p>
          <a:p>
            <a:r>
              <a:t>Rešitev</a:t>
            </a:r>
          </a:p>
          <a:p>
            <a:r>
              <a:t>MVP</a:t>
            </a:r>
          </a:p>
          <a:p>
            <a:r>
              <a:t>Demo</a:t>
            </a:r>
          </a:p>
          <a:p>
            <a:r>
              <a:t>Market</a:t>
            </a:r>
          </a:p>
          <a:p>
            <a:r>
              <a:t>Zaključek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Uporabniki ne vedo katere rastline saditi skupaj.</a:t>
            </a:r>
          </a:p>
          <a:p>
            <a:r>
              <a:t>Slabi pridelki zaradi napačnih kombinacij.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Velikost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Veliko vrtičkarjev in kmetov se sooča s tem problemom.</a:t>
            </a:r>
          </a:p>
          <a:p>
            <a:r>
              <a:t>Trend urbanega vrtnarjenja raste.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Rešitev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Uporabnik slika vrt → AI analizira → predlaga najboljše sosede.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Funkcionalnosti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Prepoznava rastlin</a:t>
            </a:r>
          </a:p>
          <a:p>
            <a:r>
              <a:t>AI priporočila</a:t>
            </a:r>
          </a:p>
          <a:p>
            <a:r>
              <a:t>Enostavna uporaba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Arhitektura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Mobilna aplikacija</a:t>
            </a:r>
          </a:p>
          <a:p>
            <a:r>
              <a:t>AI model</a:t>
            </a:r>
          </a:p>
          <a:p>
            <a:r>
              <a:t>Baza podatkov rastlin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Osnovno slikanje vrta</a:t>
            </a:r>
          </a:p>
          <a:p>
            <a:r>
              <a:t>Prepoznava rastlin</a:t>
            </a:r>
          </a:p>
          <a:p>
            <a:r>
              <a:t>Priporočila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Zakaj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Hitro testiranje ideje</a:t>
            </a:r>
          </a:p>
          <a:p>
            <a:r>
              <a:t>Zbiranje feedbacka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Prikaz uporabe aplikacije (vstavi video)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Hitra analiza</a:t>
            </a:r>
          </a:p>
          <a:p>
            <a:r>
              <a:t>Enostavna uporaba</a:t>
            </a:r>
          </a:p>
          <a:p>
            <a:r>
              <a:t>Koristni rezultati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Ciljni uporabniki: vrtičkarji, kmetje</a:t>
            </a:r>
          </a:p>
          <a:p>
            <a:r>
              <a:t>Poslovni model: freemium / premium funkcije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Zaključek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Inovativna AI rešitev</a:t>
            </a:r>
          </a:p>
          <a:p>
            <a:r>
              <a:t>Prihranek časa</a:t>
            </a:r>
          </a:p>
          <a:p>
            <a:r>
              <a:t>Boljši pridelki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Hvala za pozornost!</a:t>
            </a:r>
          </a:p>
          <a:p>
            <a:r>
              <a:t>Vprašanja?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59bfad-a4ac-4130-8701-0262e526e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0178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20536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20536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2053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