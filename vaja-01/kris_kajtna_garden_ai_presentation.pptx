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121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6B5E0-E513-4D76-85D1-18440010A6EB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8450E3A-2ED0-46B7-99E0-5A79E187974F}">
      <dgm:prSet/>
      <dgm:spPr/>
      <dgm:t>
        <a:bodyPr/>
        <a:lstStyle/>
        <a:p>
          <a:r>
            <a:rPr lang="en-US"/>
            <a:t>Problem</a:t>
          </a:r>
        </a:p>
      </dgm:t>
    </dgm:pt>
    <dgm:pt modelId="{BFB673B0-F474-408D-B350-A70F7EC5F8CC}" type="parTrans" cxnId="{6ED0D28A-0E9E-4276-8A95-3A68296523B4}">
      <dgm:prSet/>
      <dgm:spPr/>
      <dgm:t>
        <a:bodyPr/>
        <a:lstStyle/>
        <a:p>
          <a:endParaRPr lang="en-US"/>
        </a:p>
      </dgm:t>
    </dgm:pt>
    <dgm:pt modelId="{CBAEC5C9-72E9-4303-89B6-32D60FDCF716}" type="sibTrans" cxnId="{6ED0D28A-0E9E-4276-8A95-3A68296523B4}">
      <dgm:prSet/>
      <dgm:spPr/>
      <dgm:t>
        <a:bodyPr/>
        <a:lstStyle/>
        <a:p>
          <a:endParaRPr lang="en-US"/>
        </a:p>
      </dgm:t>
    </dgm:pt>
    <dgm:pt modelId="{16F79E2E-0C8B-4440-A48A-6C508DA1FC81}">
      <dgm:prSet/>
      <dgm:spPr/>
      <dgm:t>
        <a:bodyPr/>
        <a:lstStyle/>
        <a:p>
          <a:r>
            <a:rPr lang="en-US"/>
            <a:t>Rešitev</a:t>
          </a:r>
        </a:p>
      </dgm:t>
    </dgm:pt>
    <dgm:pt modelId="{A339E82F-9066-432E-9C3F-BE0444548F94}" type="parTrans" cxnId="{C662FD7C-EEF1-41AD-A475-ABCBF7436B49}">
      <dgm:prSet/>
      <dgm:spPr/>
      <dgm:t>
        <a:bodyPr/>
        <a:lstStyle/>
        <a:p>
          <a:endParaRPr lang="en-US"/>
        </a:p>
      </dgm:t>
    </dgm:pt>
    <dgm:pt modelId="{C78E5D1E-DAAD-46C1-BE69-4F7864EA751F}" type="sibTrans" cxnId="{C662FD7C-EEF1-41AD-A475-ABCBF7436B49}">
      <dgm:prSet/>
      <dgm:spPr/>
      <dgm:t>
        <a:bodyPr/>
        <a:lstStyle/>
        <a:p>
          <a:endParaRPr lang="en-US"/>
        </a:p>
      </dgm:t>
    </dgm:pt>
    <dgm:pt modelId="{27FBAAFA-3495-43A9-9639-D138EEBF96A1}">
      <dgm:prSet/>
      <dgm:spPr/>
      <dgm:t>
        <a:bodyPr/>
        <a:lstStyle/>
        <a:p>
          <a:r>
            <a:rPr lang="en-US"/>
            <a:t>MVP</a:t>
          </a:r>
        </a:p>
      </dgm:t>
    </dgm:pt>
    <dgm:pt modelId="{C961E237-4888-4106-89BA-AE958F01D57E}" type="parTrans" cxnId="{09D13E3B-24A5-4978-96C9-FC8C457C829C}">
      <dgm:prSet/>
      <dgm:spPr/>
      <dgm:t>
        <a:bodyPr/>
        <a:lstStyle/>
        <a:p>
          <a:endParaRPr lang="en-US"/>
        </a:p>
      </dgm:t>
    </dgm:pt>
    <dgm:pt modelId="{29B1D5DD-C782-4D06-84F0-4749F38DCF73}" type="sibTrans" cxnId="{09D13E3B-24A5-4978-96C9-FC8C457C829C}">
      <dgm:prSet/>
      <dgm:spPr/>
      <dgm:t>
        <a:bodyPr/>
        <a:lstStyle/>
        <a:p>
          <a:endParaRPr lang="en-US"/>
        </a:p>
      </dgm:t>
    </dgm:pt>
    <dgm:pt modelId="{3990528C-AA35-454A-9054-9378FC868FB4}">
      <dgm:prSet/>
      <dgm:spPr/>
      <dgm:t>
        <a:bodyPr/>
        <a:lstStyle/>
        <a:p>
          <a:r>
            <a:rPr lang="en-US"/>
            <a:t>Demo</a:t>
          </a:r>
        </a:p>
      </dgm:t>
    </dgm:pt>
    <dgm:pt modelId="{387A3621-3835-43F2-A22E-43EC971D4949}" type="parTrans" cxnId="{F11276B4-FE57-4EAF-B086-C099D2D07C39}">
      <dgm:prSet/>
      <dgm:spPr/>
      <dgm:t>
        <a:bodyPr/>
        <a:lstStyle/>
        <a:p>
          <a:endParaRPr lang="en-US"/>
        </a:p>
      </dgm:t>
    </dgm:pt>
    <dgm:pt modelId="{49995EFF-C95D-4B43-AB6C-7143C8D31423}" type="sibTrans" cxnId="{F11276B4-FE57-4EAF-B086-C099D2D07C39}">
      <dgm:prSet/>
      <dgm:spPr/>
      <dgm:t>
        <a:bodyPr/>
        <a:lstStyle/>
        <a:p>
          <a:endParaRPr lang="en-US"/>
        </a:p>
      </dgm:t>
    </dgm:pt>
    <dgm:pt modelId="{F6C05C12-F8C7-4C54-8E72-438CA124ECD7}">
      <dgm:prSet/>
      <dgm:spPr/>
      <dgm:t>
        <a:bodyPr/>
        <a:lstStyle/>
        <a:p>
          <a:r>
            <a:rPr lang="en-US"/>
            <a:t>Market</a:t>
          </a:r>
        </a:p>
      </dgm:t>
    </dgm:pt>
    <dgm:pt modelId="{69CD348F-751E-4EE3-BFC1-A9DB809C65A3}" type="parTrans" cxnId="{C3D2E21E-B362-40B4-B069-026FBF30642F}">
      <dgm:prSet/>
      <dgm:spPr/>
      <dgm:t>
        <a:bodyPr/>
        <a:lstStyle/>
        <a:p>
          <a:endParaRPr lang="en-US"/>
        </a:p>
      </dgm:t>
    </dgm:pt>
    <dgm:pt modelId="{4DBF234D-DB28-4D00-A6CE-3379CDDEC295}" type="sibTrans" cxnId="{C3D2E21E-B362-40B4-B069-026FBF30642F}">
      <dgm:prSet/>
      <dgm:spPr/>
      <dgm:t>
        <a:bodyPr/>
        <a:lstStyle/>
        <a:p>
          <a:endParaRPr lang="en-US"/>
        </a:p>
      </dgm:t>
    </dgm:pt>
    <dgm:pt modelId="{339B12B0-8671-4BF0-859B-3C0ACF225CA5}">
      <dgm:prSet/>
      <dgm:spPr/>
      <dgm:t>
        <a:bodyPr/>
        <a:lstStyle/>
        <a:p>
          <a:r>
            <a:rPr lang="en-US"/>
            <a:t>Zaključek</a:t>
          </a:r>
        </a:p>
      </dgm:t>
    </dgm:pt>
    <dgm:pt modelId="{46779CFC-93EC-494D-9695-EB3A602E61D5}" type="parTrans" cxnId="{B377D96A-F082-4343-A434-94C1D7FDB054}">
      <dgm:prSet/>
      <dgm:spPr/>
      <dgm:t>
        <a:bodyPr/>
        <a:lstStyle/>
        <a:p>
          <a:endParaRPr lang="en-US"/>
        </a:p>
      </dgm:t>
    </dgm:pt>
    <dgm:pt modelId="{350D5276-24D8-49AE-89AF-C3EEC9C627F7}" type="sibTrans" cxnId="{B377D96A-F082-4343-A434-94C1D7FDB054}">
      <dgm:prSet/>
      <dgm:spPr/>
      <dgm:t>
        <a:bodyPr/>
        <a:lstStyle/>
        <a:p>
          <a:endParaRPr lang="en-US"/>
        </a:p>
      </dgm:t>
    </dgm:pt>
    <dgm:pt modelId="{6FB55AD8-F644-4CD0-8206-390FBC4BEF0C}" type="pres">
      <dgm:prSet presAssocID="{5016B5E0-E513-4D76-85D1-18440010A6EB}" presName="vert0" presStyleCnt="0">
        <dgm:presLayoutVars>
          <dgm:dir/>
          <dgm:animOne val="branch"/>
          <dgm:animLvl val="lvl"/>
        </dgm:presLayoutVars>
      </dgm:prSet>
      <dgm:spPr/>
    </dgm:pt>
    <dgm:pt modelId="{7C5DA794-BF9F-4126-8036-E08E169F5656}" type="pres">
      <dgm:prSet presAssocID="{08450E3A-2ED0-46B7-99E0-5A79E187974F}" presName="thickLine" presStyleLbl="alignNode1" presStyleIdx="0" presStyleCnt="6"/>
      <dgm:spPr/>
    </dgm:pt>
    <dgm:pt modelId="{C64F51C3-C607-46E6-95E1-132EDAD2D56D}" type="pres">
      <dgm:prSet presAssocID="{08450E3A-2ED0-46B7-99E0-5A79E187974F}" presName="horz1" presStyleCnt="0"/>
      <dgm:spPr/>
    </dgm:pt>
    <dgm:pt modelId="{E6F07658-4FC9-4713-956E-DC7E3B1DDCD2}" type="pres">
      <dgm:prSet presAssocID="{08450E3A-2ED0-46B7-99E0-5A79E187974F}" presName="tx1" presStyleLbl="revTx" presStyleIdx="0" presStyleCnt="6"/>
      <dgm:spPr/>
    </dgm:pt>
    <dgm:pt modelId="{EECB09CB-F7CF-4829-86FC-C42A2F3101BF}" type="pres">
      <dgm:prSet presAssocID="{08450E3A-2ED0-46B7-99E0-5A79E187974F}" presName="vert1" presStyleCnt="0"/>
      <dgm:spPr/>
    </dgm:pt>
    <dgm:pt modelId="{49AB137A-A8F6-4A0C-81D1-91FD2DCE5B1D}" type="pres">
      <dgm:prSet presAssocID="{16F79E2E-0C8B-4440-A48A-6C508DA1FC81}" presName="thickLine" presStyleLbl="alignNode1" presStyleIdx="1" presStyleCnt="6"/>
      <dgm:spPr/>
    </dgm:pt>
    <dgm:pt modelId="{DA8EA2DE-90F4-45C2-BB81-ECEFA1DD90B8}" type="pres">
      <dgm:prSet presAssocID="{16F79E2E-0C8B-4440-A48A-6C508DA1FC81}" presName="horz1" presStyleCnt="0"/>
      <dgm:spPr/>
    </dgm:pt>
    <dgm:pt modelId="{5D55218F-34DC-4B5D-AB60-8AFB7C4D3D51}" type="pres">
      <dgm:prSet presAssocID="{16F79E2E-0C8B-4440-A48A-6C508DA1FC81}" presName="tx1" presStyleLbl="revTx" presStyleIdx="1" presStyleCnt="6"/>
      <dgm:spPr/>
    </dgm:pt>
    <dgm:pt modelId="{9CEF670B-1D7C-4E3D-8EC3-F45EA648E7DA}" type="pres">
      <dgm:prSet presAssocID="{16F79E2E-0C8B-4440-A48A-6C508DA1FC81}" presName="vert1" presStyleCnt="0"/>
      <dgm:spPr/>
    </dgm:pt>
    <dgm:pt modelId="{44405653-1958-49F2-A308-BEC4FA91439B}" type="pres">
      <dgm:prSet presAssocID="{27FBAAFA-3495-43A9-9639-D138EEBF96A1}" presName="thickLine" presStyleLbl="alignNode1" presStyleIdx="2" presStyleCnt="6"/>
      <dgm:spPr/>
    </dgm:pt>
    <dgm:pt modelId="{E7A72878-B88E-4804-8D77-002A0D76AE02}" type="pres">
      <dgm:prSet presAssocID="{27FBAAFA-3495-43A9-9639-D138EEBF96A1}" presName="horz1" presStyleCnt="0"/>
      <dgm:spPr/>
    </dgm:pt>
    <dgm:pt modelId="{5687EBEE-9B1A-42AE-8207-7E9D88E25DBD}" type="pres">
      <dgm:prSet presAssocID="{27FBAAFA-3495-43A9-9639-D138EEBF96A1}" presName="tx1" presStyleLbl="revTx" presStyleIdx="2" presStyleCnt="6"/>
      <dgm:spPr/>
    </dgm:pt>
    <dgm:pt modelId="{9EFC53B9-1511-4329-8EBB-6996A820E332}" type="pres">
      <dgm:prSet presAssocID="{27FBAAFA-3495-43A9-9639-D138EEBF96A1}" presName="vert1" presStyleCnt="0"/>
      <dgm:spPr/>
    </dgm:pt>
    <dgm:pt modelId="{56E785D0-7348-49D2-B69E-11EE9D7EC8A1}" type="pres">
      <dgm:prSet presAssocID="{3990528C-AA35-454A-9054-9378FC868FB4}" presName="thickLine" presStyleLbl="alignNode1" presStyleIdx="3" presStyleCnt="6"/>
      <dgm:spPr/>
    </dgm:pt>
    <dgm:pt modelId="{DAAAC452-413B-4844-98A0-361D8F8E226D}" type="pres">
      <dgm:prSet presAssocID="{3990528C-AA35-454A-9054-9378FC868FB4}" presName="horz1" presStyleCnt="0"/>
      <dgm:spPr/>
    </dgm:pt>
    <dgm:pt modelId="{4B4B59B8-6794-46F3-A18C-3F85454EB0ED}" type="pres">
      <dgm:prSet presAssocID="{3990528C-AA35-454A-9054-9378FC868FB4}" presName="tx1" presStyleLbl="revTx" presStyleIdx="3" presStyleCnt="6"/>
      <dgm:spPr/>
    </dgm:pt>
    <dgm:pt modelId="{6302F4DC-10A3-428B-9234-10330162F538}" type="pres">
      <dgm:prSet presAssocID="{3990528C-AA35-454A-9054-9378FC868FB4}" presName="vert1" presStyleCnt="0"/>
      <dgm:spPr/>
    </dgm:pt>
    <dgm:pt modelId="{5E1530C7-6366-426A-AA25-6820334841B8}" type="pres">
      <dgm:prSet presAssocID="{F6C05C12-F8C7-4C54-8E72-438CA124ECD7}" presName="thickLine" presStyleLbl="alignNode1" presStyleIdx="4" presStyleCnt="6"/>
      <dgm:spPr/>
    </dgm:pt>
    <dgm:pt modelId="{4A02472F-DB32-4A18-ACD7-0FC444AC7938}" type="pres">
      <dgm:prSet presAssocID="{F6C05C12-F8C7-4C54-8E72-438CA124ECD7}" presName="horz1" presStyleCnt="0"/>
      <dgm:spPr/>
    </dgm:pt>
    <dgm:pt modelId="{416F6D30-F4D4-419D-B815-8DF6332E4CCD}" type="pres">
      <dgm:prSet presAssocID="{F6C05C12-F8C7-4C54-8E72-438CA124ECD7}" presName="tx1" presStyleLbl="revTx" presStyleIdx="4" presStyleCnt="6"/>
      <dgm:spPr/>
    </dgm:pt>
    <dgm:pt modelId="{EEB52264-3979-4326-966C-AFFBC4C14D4E}" type="pres">
      <dgm:prSet presAssocID="{F6C05C12-F8C7-4C54-8E72-438CA124ECD7}" presName="vert1" presStyleCnt="0"/>
      <dgm:spPr/>
    </dgm:pt>
    <dgm:pt modelId="{76F3614F-5308-477D-95C1-1A518510B799}" type="pres">
      <dgm:prSet presAssocID="{339B12B0-8671-4BF0-859B-3C0ACF225CA5}" presName="thickLine" presStyleLbl="alignNode1" presStyleIdx="5" presStyleCnt="6"/>
      <dgm:spPr/>
    </dgm:pt>
    <dgm:pt modelId="{95BD8CC7-7452-462C-A25B-C60A591CFCB1}" type="pres">
      <dgm:prSet presAssocID="{339B12B0-8671-4BF0-859B-3C0ACF225CA5}" presName="horz1" presStyleCnt="0"/>
      <dgm:spPr/>
    </dgm:pt>
    <dgm:pt modelId="{B042D1D3-25E7-4D7B-BD97-3FA53BD7CCCB}" type="pres">
      <dgm:prSet presAssocID="{339B12B0-8671-4BF0-859B-3C0ACF225CA5}" presName="tx1" presStyleLbl="revTx" presStyleIdx="5" presStyleCnt="6"/>
      <dgm:spPr/>
    </dgm:pt>
    <dgm:pt modelId="{2DF817CE-B08E-4CFB-A29D-0EB8E8001346}" type="pres">
      <dgm:prSet presAssocID="{339B12B0-8671-4BF0-859B-3C0ACF225CA5}" presName="vert1" presStyleCnt="0"/>
      <dgm:spPr/>
    </dgm:pt>
  </dgm:ptLst>
  <dgm:cxnLst>
    <dgm:cxn modelId="{C3D2E21E-B362-40B4-B069-026FBF30642F}" srcId="{5016B5E0-E513-4D76-85D1-18440010A6EB}" destId="{F6C05C12-F8C7-4C54-8E72-438CA124ECD7}" srcOrd="4" destOrd="0" parTransId="{69CD348F-751E-4EE3-BFC1-A9DB809C65A3}" sibTransId="{4DBF234D-DB28-4D00-A6CE-3379CDDEC295}"/>
    <dgm:cxn modelId="{2E54592D-3227-4B51-987A-38B18BE2E266}" type="presOf" srcId="{3990528C-AA35-454A-9054-9378FC868FB4}" destId="{4B4B59B8-6794-46F3-A18C-3F85454EB0ED}" srcOrd="0" destOrd="0" presId="urn:microsoft.com/office/officeart/2008/layout/LinedList"/>
    <dgm:cxn modelId="{09D13E3B-24A5-4978-96C9-FC8C457C829C}" srcId="{5016B5E0-E513-4D76-85D1-18440010A6EB}" destId="{27FBAAFA-3495-43A9-9639-D138EEBF96A1}" srcOrd="2" destOrd="0" parTransId="{C961E237-4888-4106-89BA-AE958F01D57E}" sibTransId="{29B1D5DD-C782-4D06-84F0-4749F38DCF73}"/>
    <dgm:cxn modelId="{B377D96A-F082-4343-A434-94C1D7FDB054}" srcId="{5016B5E0-E513-4D76-85D1-18440010A6EB}" destId="{339B12B0-8671-4BF0-859B-3C0ACF225CA5}" srcOrd="5" destOrd="0" parTransId="{46779CFC-93EC-494D-9695-EB3A602E61D5}" sibTransId="{350D5276-24D8-49AE-89AF-C3EEC9C627F7}"/>
    <dgm:cxn modelId="{CCD84870-4980-4811-A708-3383688EB9BC}" type="presOf" srcId="{27FBAAFA-3495-43A9-9639-D138EEBF96A1}" destId="{5687EBEE-9B1A-42AE-8207-7E9D88E25DBD}" srcOrd="0" destOrd="0" presId="urn:microsoft.com/office/officeart/2008/layout/LinedList"/>
    <dgm:cxn modelId="{C662FD7C-EEF1-41AD-A475-ABCBF7436B49}" srcId="{5016B5E0-E513-4D76-85D1-18440010A6EB}" destId="{16F79E2E-0C8B-4440-A48A-6C508DA1FC81}" srcOrd="1" destOrd="0" parTransId="{A339E82F-9066-432E-9C3F-BE0444548F94}" sibTransId="{C78E5D1E-DAAD-46C1-BE69-4F7864EA751F}"/>
    <dgm:cxn modelId="{DE04427E-EFE8-4AF0-BD1A-DED220DA00C4}" type="presOf" srcId="{5016B5E0-E513-4D76-85D1-18440010A6EB}" destId="{6FB55AD8-F644-4CD0-8206-390FBC4BEF0C}" srcOrd="0" destOrd="0" presId="urn:microsoft.com/office/officeart/2008/layout/LinedList"/>
    <dgm:cxn modelId="{6ED0D28A-0E9E-4276-8A95-3A68296523B4}" srcId="{5016B5E0-E513-4D76-85D1-18440010A6EB}" destId="{08450E3A-2ED0-46B7-99E0-5A79E187974F}" srcOrd="0" destOrd="0" parTransId="{BFB673B0-F474-408D-B350-A70F7EC5F8CC}" sibTransId="{CBAEC5C9-72E9-4303-89B6-32D60FDCF716}"/>
    <dgm:cxn modelId="{C0238791-321C-4443-A4A3-23C7104304DD}" type="presOf" srcId="{F6C05C12-F8C7-4C54-8E72-438CA124ECD7}" destId="{416F6D30-F4D4-419D-B815-8DF6332E4CCD}" srcOrd="0" destOrd="0" presId="urn:microsoft.com/office/officeart/2008/layout/LinedList"/>
    <dgm:cxn modelId="{F11276B4-FE57-4EAF-B086-C099D2D07C39}" srcId="{5016B5E0-E513-4D76-85D1-18440010A6EB}" destId="{3990528C-AA35-454A-9054-9378FC868FB4}" srcOrd="3" destOrd="0" parTransId="{387A3621-3835-43F2-A22E-43EC971D4949}" sibTransId="{49995EFF-C95D-4B43-AB6C-7143C8D31423}"/>
    <dgm:cxn modelId="{7BF3B4D5-285A-4FC7-ADF0-2854E5E60068}" type="presOf" srcId="{16F79E2E-0C8B-4440-A48A-6C508DA1FC81}" destId="{5D55218F-34DC-4B5D-AB60-8AFB7C4D3D51}" srcOrd="0" destOrd="0" presId="urn:microsoft.com/office/officeart/2008/layout/LinedList"/>
    <dgm:cxn modelId="{1ABAD6D5-060F-4A00-9048-70D0BB47A28B}" type="presOf" srcId="{08450E3A-2ED0-46B7-99E0-5A79E187974F}" destId="{E6F07658-4FC9-4713-956E-DC7E3B1DDCD2}" srcOrd="0" destOrd="0" presId="urn:microsoft.com/office/officeart/2008/layout/LinedList"/>
    <dgm:cxn modelId="{FB437CEC-1C3A-4C98-A989-C47539E1FAF6}" type="presOf" srcId="{339B12B0-8671-4BF0-859B-3C0ACF225CA5}" destId="{B042D1D3-25E7-4D7B-BD97-3FA53BD7CCCB}" srcOrd="0" destOrd="0" presId="urn:microsoft.com/office/officeart/2008/layout/LinedList"/>
    <dgm:cxn modelId="{FBB9F847-ADCE-4C4D-8041-994BD90F6139}" type="presParOf" srcId="{6FB55AD8-F644-4CD0-8206-390FBC4BEF0C}" destId="{7C5DA794-BF9F-4126-8036-E08E169F5656}" srcOrd="0" destOrd="0" presId="urn:microsoft.com/office/officeart/2008/layout/LinedList"/>
    <dgm:cxn modelId="{4546E9F4-23AE-49A6-90D3-9FEC2CE8B33F}" type="presParOf" srcId="{6FB55AD8-F644-4CD0-8206-390FBC4BEF0C}" destId="{C64F51C3-C607-46E6-95E1-132EDAD2D56D}" srcOrd="1" destOrd="0" presId="urn:microsoft.com/office/officeart/2008/layout/LinedList"/>
    <dgm:cxn modelId="{7953C77B-5AE4-4D57-8ED3-6AE06F2AC727}" type="presParOf" srcId="{C64F51C3-C607-46E6-95E1-132EDAD2D56D}" destId="{E6F07658-4FC9-4713-956E-DC7E3B1DDCD2}" srcOrd="0" destOrd="0" presId="urn:microsoft.com/office/officeart/2008/layout/LinedList"/>
    <dgm:cxn modelId="{A1EAD417-29B5-4D6C-B530-043102C1E837}" type="presParOf" srcId="{C64F51C3-C607-46E6-95E1-132EDAD2D56D}" destId="{EECB09CB-F7CF-4829-86FC-C42A2F3101BF}" srcOrd="1" destOrd="0" presId="urn:microsoft.com/office/officeart/2008/layout/LinedList"/>
    <dgm:cxn modelId="{A662632D-B15E-4591-8CCB-179D06C3A1A4}" type="presParOf" srcId="{6FB55AD8-F644-4CD0-8206-390FBC4BEF0C}" destId="{49AB137A-A8F6-4A0C-81D1-91FD2DCE5B1D}" srcOrd="2" destOrd="0" presId="urn:microsoft.com/office/officeart/2008/layout/LinedList"/>
    <dgm:cxn modelId="{420D0489-8B81-4C4E-8DFB-58A5C6473487}" type="presParOf" srcId="{6FB55AD8-F644-4CD0-8206-390FBC4BEF0C}" destId="{DA8EA2DE-90F4-45C2-BB81-ECEFA1DD90B8}" srcOrd="3" destOrd="0" presId="urn:microsoft.com/office/officeart/2008/layout/LinedList"/>
    <dgm:cxn modelId="{983C38BC-74CE-478E-BDC1-08A0F8047CA8}" type="presParOf" srcId="{DA8EA2DE-90F4-45C2-BB81-ECEFA1DD90B8}" destId="{5D55218F-34DC-4B5D-AB60-8AFB7C4D3D51}" srcOrd="0" destOrd="0" presId="urn:microsoft.com/office/officeart/2008/layout/LinedList"/>
    <dgm:cxn modelId="{3C9917D5-CCE6-412A-A1D4-494034678C55}" type="presParOf" srcId="{DA8EA2DE-90F4-45C2-BB81-ECEFA1DD90B8}" destId="{9CEF670B-1D7C-4E3D-8EC3-F45EA648E7DA}" srcOrd="1" destOrd="0" presId="urn:microsoft.com/office/officeart/2008/layout/LinedList"/>
    <dgm:cxn modelId="{49DE3CF7-D070-4FDE-BE3C-3D268B0F5D45}" type="presParOf" srcId="{6FB55AD8-F644-4CD0-8206-390FBC4BEF0C}" destId="{44405653-1958-49F2-A308-BEC4FA91439B}" srcOrd="4" destOrd="0" presId="urn:microsoft.com/office/officeart/2008/layout/LinedList"/>
    <dgm:cxn modelId="{A0B973B9-8A39-44AE-A476-22695B728C93}" type="presParOf" srcId="{6FB55AD8-F644-4CD0-8206-390FBC4BEF0C}" destId="{E7A72878-B88E-4804-8D77-002A0D76AE02}" srcOrd="5" destOrd="0" presId="urn:microsoft.com/office/officeart/2008/layout/LinedList"/>
    <dgm:cxn modelId="{B7EA2DED-8B73-4FB9-A6A5-90607AD96D4C}" type="presParOf" srcId="{E7A72878-B88E-4804-8D77-002A0D76AE02}" destId="{5687EBEE-9B1A-42AE-8207-7E9D88E25DBD}" srcOrd="0" destOrd="0" presId="urn:microsoft.com/office/officeart/2008/layout/LinedList"/>
    <dgm:cxn modelId="{A3819860-4D97-4CE0-B533-2AAE2CE0BF2A}" type="presParOf" srcId="{E7A72878-B88E-4804-8D77-002A0D76AE02}" destId="{9EFC53B9-1511-4329-8EBB-6996A820E332}" srcOrd="1" destOrd="0" presId="urn:microsoft.com/office/officeart/2008/layout/LinedList"/>
    <dgm:cxn modelId="{17B6F25D-C076-45DB-BC59-08AE7D16B1F4}" type="presParOf" srcId="{6FB55AD8-F644-4CD0-8206-390FBC4BEF0C}" destId="{56E785D0-7348-49D2-B69E-11EE9D7EC8A1}" srcOrd="6" destOrd="0" presId="urn:microsoft.com/office/officeart/2008/layout/LinedList"/>
    <dgm:cxn modelId="{F718DC15-1952-4B56-B029-AB776DAB8FCE}" type="presParOf" srcId="{6FB55AD8-F644-4CD0-8206-390FBC4BEF0C}" destId="{DAAAC452-413B-4844-98A0-361D8F8E226D}" srcOrd="7" destOrd="0" presId="urn:microsoft.com/office/officeart/2008/layout/LinedList"/>
    <dgm:cxn modelId="{5D24C0DB-2682-48DF-A740-FA09A224C393}" type="presParOf" srcId="{DAAAC452-413B-4844-98A0-361D8F8E226D}" destId="{4B4B59B8-6794-46F3-A18C-3F85454EB0ED}" srcOrd="0" destOrd="0" presId="urn:microsoft.com/office/officeart/2008/layout/LinedList"/>
    <dgm:cxn modelId="{0EF59F8D-2EF6-409B-BEA5-922E0B8A1BB6}" type="presParOf" srcId="{DAAAC452-413B-4844-98A0-361D8F8E226D}" destId="{6302F4DC-10A3-428B-9234-10330162F538}" srcOrd="1" destOrd="0" presId="urn:microsoft.com/office/officeart/2008/layout/LinedList"/>
    <dgm:cxn modelId="{5B421688-A6BB-4144-800C-D0FB2E9D082E}" type="presParOf" srcId="{6FB55AD8-F644-4CD0-8206-390FBC4BEF0C}" destId="{5E1530C7-6366-426A-AA25-6820334841B8}" srcOrd="8" destOrd="0" presId="urn:microsoft.com/office/officeart/2008/layout/LinedList"/>
    <dgm:cxn modelId="{F289144B-30A1-4D85-8492-7788463CBE6D}" type="presParOf" srcId="{6FB55AD8-F644-4CD0-8206-390FBC4BEF0C}" destId="{4A02472F-DB32-4A18-ACD7-0FC444AC7938}" srcOrd="9" destOrd="0" presId="urn:microsoft.com/office/officeart/2008/layout/LinedList"/>
    <dgm:cxn modelId="{B6703106-A37E-4D70-9BFC-C98290D1A757}" type="presParOf" srcId="{4A02472F-DB32-4A18-ACD7-0FC444AC7938}" destId="{416F6D30-F4D4-419D-B815-8DF6332E4CCD}" srcOrd="0" destOrd="0" presId="urn:microsoft.com/office/officeart/2008/layout/LinedList"/>
    <dgm:cxn modelId="{F1381A33-8A00-410D-9698-1720F7DE199F}" type="presParOf" srcId="{4A02472F-DB32-4A18-ACD7-0FC444AC7938}" destId="{EEB52264-3979-4326-966C-AFFBC4C14D4E}" srcOrd="1" destOrd="0" presId="urn:microsoft.com/office/officeart/2008/layout/LinedList"/>
    <dgm:cxn modelId="{02BDEB7E-E71B-4F0C-B1C1-224743625FE0}" type="presParOf" srcId="{6FB55AD8-F644-4CD0-8206-390FBC4BEF0C}" destId="{76F3614F-5308-477D-95C1-1A518510B799}" srcOrd="10" destOrd="0" presId="urn:microsoft.com/office/officeart/2008/layout/LinedList"/>
    <dgm:cxn modelId="{53699DE4-02D0-4199-9C39-DC29F53E6C45}" type="presParOf" srcId="{6FB55AD8-F644-4CD0-8206-390FBC4BEF0C}" destId="{95BD8CC7-7452-462C-A25B-C60A591CFCB1}" srcOrd="11" destOrd="0" presId="urn:microsoft.com/office/officeart/2008/layout/LinedList"/>
    <dgm:cxn modelId="{CC2CF2C9-7927-444B-8CC8-A1464DA24067}" type="presParOf" srcId="{95BD8CC7-7452-462C-A25B-C60A591CFCB1}" destId="{B042D1D3-25E7-4D7B-BD97-3FA53BD7CCCB}" srcOrd="0" destOrd="0" presId="urn:microsoft.com/office/officeart/2008/layout/LinedList"/>
    <dgm:cxn modelId="{A127AAFD-63FF-45B7-887E-B3DD00C14807}" type="presParOf" srcId="{95BD8CC7-7452-462C-A25B-C60A591CFCB1}" destId="{2DF817CE-B08E-4CFB-A29D-0EB8E800134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C4C849-F467-4D6B-9556-4F1D1548A7E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024D0CC-C9B9-49AE-8CB2-73FF5C4C71CD}">
      <dgm:prSet/>
      <dgm:spPr/>
      <dgm:t>
        <a:bodyPr/>
        <a:lstStyle/>
        <a:p>
          <a:r>
            <a:rPr lang="en-US"/>
            <a:t>Veliko vrtičkarjev in kmetov se sooča s tem problemom.</a:t>
          </a:r>
        </a:p>
      </dgm:t>
    </dgm:pt>
    <dgm:pt modelId="{F0E81492-7E95-4CB2-9053-55646626D410}" type="parTrans" cxnId="{A1C460C1-D8A4-4906-9056-FDB16A589A84}">
      <dgm:prSet/>
      <dgm:spPr/>
      <dgm:t>
        <a:bodyPr/>
        <a:lstStyle/>
        <a:p>
          <a:endParaRPr lang="en-US"/>
        </a:p>
      </dgm:t>
    </dgm:pt>
    <dgm:pt modelId="{85BD5EE4-36E3-4FA1-AF2B-4FAB2C108234}" type="sibTrans" cxnId="{A1C460C1-D8A4-4906-9056-FDB16A589A84}">
      <dgm:prSet/>
      <dgm:spPr/>
      <dgm:t>
        <a:bodyPr/>
        <a:lstStyle/>
        <a:p>
          <a:endParaRPr lang="en-US"/>
        </a:p>
      </dgm:t>
    </dgm:pt>
    <dgm:pt modelId="{694D2FF7-8099-453E-9473-2ECB26347E64}">
      <dgm:prSet/>
      <dgm:spPr/>
      <dgm:t>
        <a:bodyPr/>
        <a:lstStyle/>
        <a:p>
          <a:r>
            <a:rPr lang="en-US"/>
            <a:t>Trend urbanega vrtnarjenja raste.</a:t>
          </a:r>
        </a:p>
      </dgm:t>
    </dgm:pt>
    <dgm:pt modelId="{ACC40B08-42BF-48F8-B81B-4BB21CAAAC3B}" type="parTrans" cxnId="{7DA6FAD0-FB29-45F2-B3CF-DD79191C416E}">
      <dgm:prSet/>
      <dgm:spPr/>
      <dgm:t>
        <a:bodyPr/>
        <a:lstStyle/>
        <a:p>
          <a:endParaRPr lang="en-US"/>
        </a:p>
      </dgm:t>
    </dgm:pt>
    <dgm:pt modelId="{9BED5074-B6FC-43CE-97AB-F866A94FA909}" type="sibTrans" cxnId="{7DA6FAD0-FB29-45F2-B3CF-DD79191C416E}">
      <dgm:prSet/>
      <dgm:spPr/>
      <dgm:t>
        <a:bodyPr/>
        <a:lstStyle/>
        <a:p>
          <a:endParaRPr lang="en-US"/>
        </a:p>
      </dgm:t>
    </dgm:pt>
    <dgm:pt modelId="{9D8EE0CE-872D-43FE-9C7B-9EE603E63BA0}" type="pres">
      <dgm:prSet presAssocID="{FEC4C849-F467-4D6B-9556-4F1D1548A7E8}" presName="root" presStyleCnt="0">
        <dgm:presLayoutVars>
          <dgm:dir/>
          <dgm:resizeHandles val="exact"/>
        </dgm:presLayoutVars>
      </dgm:prSet>
      <dgm:spPr/>
    </dgm:pt>
    <dgm:pt modelId="{ADDC89D7-A1AA-450E-BEDF-A61679F51C1B}" type="pres">
      <dgm:prSet presAssocID="{6024D0CC-C9B9-49AE-8CB2-73FF5C4C71CD}" presName="compNode" presStyleCnt="0"/>
      <dgm:spPr/>
    </dgm:pt>
    <dgm:pt modelId="{2062F214-1A12-45CD-A39C-111605918D2E}" type="pres">
      <dgm:prSet presAssocID="{6024D0CC-C9B9-49AE-8CB2-73FF5C4C71C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rditvena oznaka"/>
        </a:ext>
      </dgm:extLst>
    </dgm:pt>
    <dgm:pt modelId="{D8841DA6-E5D3-4FC0-BBAA-63A764C779F3}" type="pres">
      <dgm:prSet presAssocID="{6024D0CC-C9B9-49AE-8CB2-73FF5C4C71CD}" presName="spaceRect" presStyleCnt="0"/>
      <dgm:spPr/>
    </dgm:pt>
    <dgm:pt modelId="{AEF651EB-8ABA-4CDD-A278-5B33090EBB23}" type="pres">
      <dgm:prSet presAssocID="{6024D0CC-C9B9-49AE-8CB2-73FF5C4C71CD}" presName="textRect" presStyleLbl="revTx" presStyleIdx="0" presStyleCnt="2">
        <dgm:presLayoutVars>
          <dgm:chMax val="1"/>
          <dgm:chPref val="1"/>
        </dgm:presLayoutVars>
      </dgm:prSet>
      <dgm:spPr/>
    </dgm:pt>
    <dgm:pt modelId="{FBB8AD00-A6F1-43AA-90EB-3CD84EE3CD9C}" type="pres">
      <dgm:prSet presAssocID="{85BD5EE4-36E3-4FA1-AF2B-4FAB2C108234}" presName="sibTrans" presStyleCnt="0"/>
      <dgm:spPr/>
    </dgm:pt>
    <dgm:pt modelId="{3A521B9D-1E40-4013-83F8-37E83E2AEA92}" type="pres">
      <dgm:prSet presAssocID="{694D2FF7-8099-453E-9473-2ECB26347E64}" presName="compNode" presStyleCnt="0"/>
      <dgm:spPr/>
    </dgm:pt>
    <dgm:pt modelId="{DDA36204-FA35-43D2-BF07-FFE4EEADD41E}" type="pres">
      <dgm:prSet presAssocID="{694D2FF7-8099-453E-9473-2ECB26347E6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a"/>
        </a:ext>
      </dgm:extLst>
    </dgm:pt>
    <dgm:pt modelId="{E1D11D0B-00D2-4B8C-ACF8-6C1399CD1B6D}" type="pres">
      <dgm:prSet presAssocID="{694D2FF7-8099-453E-9473-2ECB26347E64}" presName="spaceRect" presStyleCnt="0"/>
      <dgm:spPr/>
    </dgm:pt>
    <dgm:pt modelId="{96E7E081-3215-48E5-8205-17A65E8DA9FC}" type="pres">
      <dgm:prSet presAssocID="{694D2FF7-8099-453E-9473-2ECB26347E6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7357630-9196-4270-AC61-ED234A50653D}" type="presOf" srcId="{6024D0CC-C9B9-49AE-8CB2-73FF5C4C71CD}" destId="{AEF651EB-8ABA-4CDD-A278-5B33090EBB23}" srcOrd="0" destOrd="0" presId="urn:microsoft.com/office/officeart/2018/2/layout/IconLabelList"/>
    <dgm:cxn modelId="{31012BBE-1F63-4539-AD9C-1EB94651098B}" type="presOf" srcId="{FEC4C849-F467-4D6B-9556-4F1D1548A7E8}" destId="{9D8EE0CE-872D-43FE-9C7B-9EE603E63BA0}" srcOrd="0" destOrd="0" presId="urn:microsoft.com/office/officeart/2018/2/layout/IconLabelList"/>
    <dgm:cxn modelId="{A1C460C1-D8A4-4906-9056-FDB16A589A84}" srcId="{FEC4C849-F467-4D6B-9556-4F1D1548A7E8}" destId="{6024D0CC-C9B9-49AE-8CB2-73FF5C4C71CD}" srcOrd="0" destOrd="0" parTransId="{F0E81492-7E95-4CB2-9053-55646626D410}" sibTransId="{85BD5EE4-36E3-4FA1-AF2B-4FAB2C108234}"/>
    <dgm:cxn modelId="{7DA6FAD0-FB29-45F2-B3CF-DD79191C416E}" srcId="{FEC4C849-F467-4D6B-9556-4F1D1548A7E8}" destId="{694D2FF7-8099-453E-9473-2ECB26347E64}" srcOrd="1" destOrd="0" parTransId="{ACC40B08-42BF-48F8-B81B-4BB21CAAAC3B}" sibTransId="{9BED5074-B6FC-43CE-97AB-F866A94FA909}"/>
    <dgm:cxn modelId="{1B001ED7-BD11-498F-9920-ACAEB47CED85}" type="presOf" srcId="{694D2FF7-8099-453E-9473-2ECB26347E64}" destId="{96E7E081-3215-48E5-8205-17A65E8DA9FC}" srcOrd="0" destOrd="0" presId="urn:microsoft.com/office/officeart/2018/2/layout/IconLabelList"/>
    <dgm:cxn modelId="{59A2A4B2-D31E-4FE3-991C-4765A9A2885E}" type="presParOf" srcId="{9D8EE0CE-872D-43FE-9C7B-9EE603E63BA0}" destId="{ADDC89D7-A1AA-450E-BEDF-A61679F51C1B}" srcOrd="0" destOrd="0" presId="urn:microsoft.com/office/officeart/2018/2/layout/IconLabelList"/>
    <dgm:cxn modelId="{C057863A-A19D-40D4-B9AE-56DA8DF9F177}" type="presParOf" srcId="{ADDC89D7-A1AA-450E-BEDF-A61679F51C1B}" destId="{2062F214-1A12-45CD-A39C-111605918D2E}" srcOrd="0" destOrd="0" presId="urn:microsoft.com/office/officeart/2018/2/layout/IconLabelList"/>
    <dgm:cxn modelId="{23960893-7C02-4378-A23C-1CAC520CBFD5}" type="presParOf" srcId="{ADDC89D7-A1AA-450E-BEDF-A61679F51C1B}" destId="{D8841DA6-E5D3-4FC0-BBAA-63A764C779F3}" srcOrd="1" destOrd="0" presId="urn:microsoft.com/office/officeart/2018/2/layout/IconLabelList"/>
    <dgm:cxn modelId="{8106E29E-26D2-4FDF-96FA-CC97B3EFBEF3}" type="presParOf" srcId="{ADDC89D7-A1AA-450E-BEDF-A61679F51C1B}" destId="{AEF651EB-8ABA-4CDD-A278-5B33090EBB23}" srcOrd="2" destOrd="0" presId="urn:microsoft.com/office/officeart/2018/2/layout/IconLabelList"/>
    <dgm:cxn modelId="{AD0AF8F1-4424-4B68-B11E-480B18CB1A93}" type="presParOf" srcId="{9D8EE0CE-872D-43FE-9C7B-9EE603E63BA0}" destId="{FBB8AD00-A6F1-43AA-90EB-3CD84EE3CD9C}" srcOrd="1" destOrd="0" presId="urn:microsoft.com/office/officeart/2018/2/layout/IconLabelList"/>
    <dgm:cxn modelId="{7E08660A-7ADE-49E8-9ABA-698C7857F2CA}" type="presParOf" srcId="{9D8EE0CE-872D-43FE-9C7B-9EE603E63BA0}" destId="{3A521B9D-1E40-4013-83F8-37E83E2AEA92}" srcOrd="2" destOrd="0" presId="urn:microsoft.com/office/officeart/2018/2/layout/IconLabelList"/>
    <dgm:cxn modelId="{CC31968A-2153-43C9-82F6-EF3D30077DDB}" type="presParOf" srcId="{3A521B9D-1E40-4013-83F8-37E83E2AEA92}" destId="{DDA36204-FA35-43D2-BF07-FFE4EEADD41E}" srcOrd="0" destOrd="0" presId="urn:microsoft.com/office/officeart/2018/2/layout/IconLabelList"/>
    <dgm:cxn modelId="{77ED35A9-34C9-4A7B-9D90-F013857E60FE}" type="presParOf" srcId="{3A521B9D-1E40-4013-83F8-37E83E2AEA92}" destId="{E1D11D0B-00D2-4B8C-ACF8-6C1399CD1B6D}" srcOrd="1" destOrd="0" presId="urn:microsoft.com/office/officeart/2018/2/layout/IconLabelList"/>
    <dgm:cxn modelId="{97D9CD7F-C8A6-4158-B9ED-9DF8DAC2BA76}" type="presParOf" srcId="{3A521B9D-1E40-4013-83F8-37E83E2AEA92}" destId="{96E7E081-3215-48E5-8205-17A65E8DA9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F6913B-1C01-4EB8-90E4-9E194D8491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743BB2-3A59-4C8B-B377-81C85D6B1B6C}">
      <dgm:prSet/>
      <dgm:spPr/>
      <dgm:t>
        <a:bodyPr/>
        <a:lstStyle/>
        <a:p>
          <a:r>
            <a:rPr lang="en-US"/>
            <a:t>Prepoznava rastlin</a:t>
          </a:r>
        </a:p>
      </dgm:t>
    </dgm:pt>
    <dgm:pt modelId="{A30A28E1-5165-4A6F-920D-20121A4CF053}" type="parTrans" cxnId="{97FB39FF-DA8D-4E3A-8C13-06202CCBD3F1}">
      <dgm:prSet/>
      <dgm:spPr/>
      <dgm:t>
        <a:bodyPr/>
        <a:lstStyle/>
        <a:p>
          <a:endParaRPr lang="en-US"/>
        </a:p>
      </dgm:t>
    </dgm:pt>
    <dgm:pt modelId="{FE74264F-FA31-4993-B1DD-7BAD0F8B54E2}" type="sibTrans" cxnId="{97FB39FF-DA8D-4E3A-8C13-06202CCBD3F1}">
      <dgm:prSet/>
      <dgm:spPr/>
      <dgm:t>
        <a:bodyPr/>
        <a:lstStyle/>
        <a:p>
          <a:endParaRPr lang="en-US"/>
        </a:p>
      </dgm:t>
    </dgm:pt>
    <dgm:pt modelId="{8257AB1E-5231-4D70-9842-AD0098BF3D97}">
      <dgm:prSet/>
      <dgm:spPr/>
      <dgm:t>
        <a:bodyPr/>
        <a:lstStyle/>
        <a:p>
          <a:r>
            <a:rPr lang="en-US"/>
            <a:t>AI priporočila</a:t>
          </a:r>
        </a:p>
      </dgm:t>
    </dgm:pt>
    <dgm:pt modelId="{870F6B33-C21B-4295-82A9-BB16A25547FF}" type="parTrans" cxnId="{626D49A9-4836-465F-9DBD-DC000B9619F1}">
      <dgm:prSet/>
      <dgm:spPr/>
      <dgm:t>
        <a:bodyPr/>
        <a:lstStyle/>
        <a:p>
          <a:endParaRPr lang="en-US"/>
        </a:p>
      </dgm:t>
    </dgm:pt>
    <dgm:pt modelId="{84D9E8B6-8EDC-400C-9985-8CD96FDDCBA9}" type="sibTrans" cxnId="{626D49A9-4836-465F-9DBD-DC000B9619F1}">
      <dgm:prSet/>
      <dgm:spPr/>
      <dgm:t>
        <a:bodyPr/>
        <a:lstStyle/>
        <a:p>
          <a:endParaRPr lang="en-US"/>
        </a:p>
      </dgm:t>
    </dgm:pt>
    <dgm:pt modelId="{0F23BDE3-8241-435F-B45B-A331406E0822}">
      <dgm:prSet/>
      <dgm:spPr/>
      <dgm:t>
        <a:bodyPr/>
        <a:lstStyle/>
        <a:p>
          <a:r>
            <a:rPr lang="en-US"/>
            <a:t>Enostavna uporaba</a:t>
          </a:r>
        </a:p>
      </dgm:t>
    </dgm:pt>
    <dgm:pt modelId="{32E63662-A7E1-41BE-9D35-7C73A7FA7D2B}" type="parTrans" cxnId="{409D0F3F-54C4-43C0-8CDD-A4FD15CC060D}">
      <dgm:prSet/>
      <dgm:spPr/>
      <dgm:t>
        <a:bodyPr/>
        <a:lstStyle/>
        <a:p>
          <a:endParaRPr lang="en-US"/>
        </a:p>
      </dgm:t>
    </dgm:pt>
    <dgm:pt modelId="{293BFB61-635B-476F-A6BF-28CD05525A8E}" type="sibTrans" cxnId="{409D0F3F-54C4-43C0-8CDD-A4FD15CC060D}">
      <dgm:prSet/>
      <dgm:spPr/>
      <dgm:t>
        <a:bodyPr/>
        <a:lstStyle/>
        <a:p>
          <a:endParaRPr lang="en-US"/>
        </a:p>
      </dgm:t>
    </dgm:pt>
    <dgm:pt modelId="{AC397314-CFF1-4513-B2E6-CE9D025D811D}" type="pres">
      <dgm:prSet presAssocID="{26F6913B-1C01-4EB8-90E4-9E194D84912D}" presName="linear" presStyleCnt="0">
        <dgm:presLayoutVars>
          <dgm:animLvl val="lvl"/>
          <dgm:resizeHandles val="exact"/>
        </dgm:presLayoutVars>
      </dgm:prSet>
      <dgm:spPr/>
    </dgm:pt>
    <dgm:pt modelId="{E63D3851-58AD-435B-BA91-E79F23632CA8}" type="pres">
      <dgm:prSet presAssocID="{4F743BB2-3A59-4C8B-B377-81C85D6B1B6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0A42508-F5EA-4C25-AF55-FEA3145F25E0}" type="pres">
      <dgm:prSet presAssocID="{FE74264F-FA31-4993-B1DD-7BAD0F8B54E2}" presName="spacer" presStyleCnt="0"/>
      <dgm:spPr/>
    </dgm:pt>
    <dgm:pt modelId="{6199B0D0-B590-4FB8-8C38-475150F9B2C7}" type="pres">
      <dgm:prSet presAssocID="{8257AB1E-5231-4D70-9842-AD0098BF3D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E24FA41-BDBF-42C8-8431-948BE0EE75A7}" type="pres">
      <dgm:prSet presAssocID="{84D9E8B6-8EDC-400C-9985-8CD96FDDCBA9}" presName="spacer" presStyleCnt="0"/>
      <dgm:spPr/>
    </dgm:pt>
    <dgm:pt modelId="{EE84E758-703B-449D-8740-967FBDA86E7F}" type="pres">
      <dgm:prSet presAssocID="{0F23BDE3-8241-435F-B45B-A331406E08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9ECCA0E-C83D-459A-96EE-B8E7FC6ADFE2}" type="presOf" srcId="{8257AB1E-5231-4D70-9842-AD0098BF3D97}" destId="{6199B0D0-B590-4FB8-8C38-475150F9B2C7}" srcOrd="0" destOrd="0" presId="urn:microsoft.com/office/officeart/2005/8/layout/vList2"/>
    <dgm:cxn modelId="{8FEFB220-C073-4CB8-8FD8-868BB48C61B7}" type="presOf" srcId="{26F6913B-1C01-4EB8-90E4-9E194D84912D}" destId="{AC397314-CFF1-4513-B2E6-CE9D025D811D}" srcOrd="0" destOrd="0" presId="urn:microsoft.com/office/officeart/2005/8/layout/vList2"/>
    <dgm:cxn modelId="{409D0F3F-54C4-43C0-8CDD-A4FD15CC060D}" srcId="{26F6913B-1C01-4EB8-90E4-9E194D84912D}" destId="{0F23BDE3-8241-435F-B45B-A331406E0822}" srcOrd="2" destOrd="0" parTransId="{32E63662-A7E1-41BE-9D35-7C73A7FA7D2B}" sibTransId="{293BFB61-635B-476F-A6BF-28CD05525A8E}"/>
    <dgm:cxn modelId="{626D49A9-4836-465F-9DBD-DC000B9619F1}" srcId="{26F6913B-1C01-4EB8-90E4-9E194D84912D}" destId="{8257AB1E-5231-4D70-9842-AD0098BF3D97}" srcOrd="1" destOrd="0" parTransId="{870F6B33-C21B-4295-82A9-BB16A25547FF}" sibTransId="{84D9E8B6-8EDC-400C-9985-8CD96FDDCBA9}"/>
    <dgm:cxn modelId="{550770C8-AC75-4C03-A2EC-D51BC43C401A}" type="presOf" srcId="{4F743BB2-3A59-4C8B-B377-81C85D6B1B6C}" destId="{E63D3851-58AD-435B-BA91-E79F23632CA8}" srcOrd="0" destOrd="0" presId="urn:microsoft.com/office/officeart/2005/8/layout/vList2"/>
    <dgm:cxn modelId="{7C729CE6-C86C-47AB-A6B5-9F11578FA68B}" type="presOf" srcId="{0F23BDE3-8241-435F-B45B-A331406E0822}" destId="{EE84E758-703B-449D-8740-967FBDA86E7F}" srcOrd="0" destOrd="0" presId="urn:microsoft.com/office/officeart/2005/8/layout/vList2"/>
    <dgm:cxn modelId="{97FB39FF-DA8D-4E3A-8C13-06202CCBD3F1}" srcId="{26F6913B-1C01-4EB8-90E4-9E194D84912D}" destId="{4F743BB2-3A59-4C8B-B377-81C85D6B1B6C}" srcOrd="0" destOrd="0" parTransId="{A30A28E1-5165-4A6F-920D-20121A4CF053}" sibTransId="{FE74264F-FA31-4993-B1DD-7BAD0F8B54E2}"/>
    <dgm:cxn modelId="{9A429A75-6A04-4570-8815-D1A0224AB801}" type="presParOf" srcId="{AC397314-CFF1-4513-B2E6-CE9D025D811D}" destId="{E63D3851-58AD-435B-BA91-E79F23632CA8}" srcOrd="0" destOrd="0" presId="urn:microsoft.com/office/officeart/2005/8/layout/vList2"/>
    <dgm:cxn modelId="{B9923EF9-129F-4E9B-AC9D-91015A94D0F9}" type="presParOf" srcId="{AC397314-CFF1-4513-B2E6-CE9D025D811D}" destId="{20A42508-F5EA-4C25-AF55-FEA3145F25E0}" srcOrd="1" destOrd="0" presId="urn:microsoft.com/office/officeart/2005/8/layout/vList2"/>
    <dgm:cxn modelId="{233E69D4-1A1B-4547-8768-DB2E075AD6C8}" type="presParOf" srcId="{AC397314-CFF1-4513-B2E6-CE9D025D811D}" destId="{6199B0D0-B590-4FB8-8C38-475150F9B2C7}" srcOrd="2" destOrd="0" presId="urn:microsoft.com/office/officeart/2005/8/layout/vList2"/>
    <dgm:cxn modelId="{C3F860BF-0AE3-4558-BD61-A031E3466AA8}" type="presParOf" srcId="{AC397314-CFF1-4513-B2E6-CE9D025D811D}" destId="{BE24FA41-BDBF-42C8-8431-948BE0EE75A7}" srcOrd="3" destOrd="0" presId="urn:microsoft.com/office/officeart/2005/8/layout/vList2"/>
    <dgm:cxn modelId="{993A574D-9D7D-4CE1-930F-65CE4391690D}" type="presParOf" srcId="{AC397314-CFF1-4513-B2E6-CE9D025D811D}" destId="{EE84E758-703B-449D-8740-967FBDA86E7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399B56-A5E9-4918-B490-CA0BF3FB79C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66CEBE-5384-4E04-A753-7827EF8147C0}">
      <dgm:prSet/>
      <dgm:spPr/>
      <dgm:t>
        <a:bodyPr/>
        <a:lstStyle/>
        <a:p>
          <a:r>
            <a:rPr lang="en-US"/>
            <a:t>Mobilna aplikacija</a:t>
          </a:r>
        </a:p>
      </dgm:t>
    </dgm:pt>
    <dgm:pt modelId="{BD4A121B-EA32-4C70-83A7-F33E80A32A22}" type="parTrans" cxnId="{0FD5E5FA-21ED-49C0-ABD9-365DC2CC3A28}">
      <dgm:prSet/>
      <dgm:spPr/>
      <dgm:t>
        <a:bodyPr/>
        <a:lstStyle/>
        <a:p>
          <a:endParaRPr lang="en-US"/>
        </a:p>
      </dgm:t>
    </dgm:pt>
    <dgm:pt modelId="{01B20D8E-B0FF-4E04-BAC4-7B3DC30C1FB1}" type="sibTrans" cxnId="{0FD5E5FA-21ED-49C0-ABD9-365DC2CC3A28}">
      <dgm:prSet/>
      <dgm:spPr/>
      <dgm:t>
        <a:bodyPr/>
        <a:lstStyle/>
        <a:p>
          <a:endParaRPr lang="en-US"/>
        </a:p>
      </dgm:t>
    </dgm:pt>
    <dgm:pt modelId="{DFFCA6CE-32E8-4620-A739-9A97EE6DBFCC}">
      <dgm:prSet/>
      <dgm:spPr/>
      <dgm:t>
        <a:bodyPr/>
        <a:lstStyle/>
        <a:p>
          <a:r>
            <a:rPr lang="en-US"/>
            <a:t>AI model</a:t>
          </a:r>
        </a:p>
      </dgm:t>
    </dgm:pt>
    <dgm:pt modelId="{416BF258-D9FA-4A58-9194-80CEDC7812A6}" type="parTrans" cxnId="{36BF0EA4-0D86-43F6-B119-47C05D1250CF}">
      <dgm:prSet/>
      <dgm:spPr/>
      <dgm:t>
        <a:bodyPr/>
        <a:lstStyle/>
        <a:p>
          <a:endParaRPr lang="en-US"/>
        </a:p>
      </dgm:t>
    </dgm:pt>
    <dgm:pt modelId="{161A130B-520D-41C4-B67B-525A323F44B5}" type="sibTrans" cxnId="{36BF0EA4-0D86-43F6-B119-47C05D1250CF}">
      <dgm:prSet/>
      <dgm:spPr/>
      <dgm:t>
        <a:bodyPr/>
        <a:lstStyle/>
        <a:p>
          <a:endParaRPr lang="en-US"/>
        </a:p>
      </dgm:t>
    </dgm:pt>
    <dgm:pt modelId="{3BB6A1DF-F357-4E83-A079-0F87013DD8EE}">
      <dgm:prSet/>
      <dgm:spPr/>
      <dgm:t>
        <a:bodyPr/>
        <a:lstStyle/>
        <a:p>
          <a:r>
            <a:rPr lang="en-US"/>
            <a:t>Baza podatkov rastlin</a:t>
          </a:r>
        </a:p>
      </dgm:t>
    </dgm:pt>
    <dgm:pt modelId="{7967245E-6ECB-49B3-9A67-B366E5104AFB}" type="parTrans" cxnId="{CB24A627-B6BA-48DA-ACE7-B00EE5E59098}">
      <dgm:prSet/>
      <dgm:spPr/>
      <dgm:t>
        <a:bodyPr/>
        <a:lstStyle/>
        <a:p>
          <a:endParaRPr lang="en-US"/>
        </a:p>
      </dgm:t>
    </dgm:pt>
    <dgm:pt modelId="{C6F6D3B1-36FB-4A2E-A061-7AC79480C726}" type="sibTrans" cxnId="{CB24A627-B6BA-48DA-ACE7-B00EE5E59098}">
      <dgm:prSet/>
      <dgm:spPr/>
      <dgm:t>
        <a:bodyPr/>
        <a:lstStyle/>
        <a:p>
          <a:endParaRPr lang="en-US"/>
        </a:p>
      </dgm:t>
    </dgm:pt>
    <dgm:pt modelId="{2ACDF834-443C-4FB2-BD0A-1E509E699A5C}" type="pres">
      <dgm:prSet presAssocID="{0A399B56-A5E9-4918-B490-CA0BF3FB79C9}" presName="linear" presStyleCnt="0">
        <dgm:presLayoutVars>
          <dgm:animLvl val="lvl"/>
          <dgm:resizeHandles val="exact"/>
        </dgm:presLayoutVars>
      </dgm:prSet>
      <dgm:spPr/>
    </dgm:pt>
    <dgm:pt modelId="{8DFF0F89-939C-4DFE-B2FA-5A09C0D81980}" type="pres">
      <dgm:prSet presAssocID="{8266CEBE-5384-4E04-A753-7827EF8147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B961D4D-CAA8-4CAD-A492-1B7BD96D323A}" type="pres">
      <dgm:prSet presAssocID="{01B20D8E-B0FF-4E04-BAC4-7B3DC30C1FB1}" presName="spacer" presStyleCnt="0"/>
      <dgm:spPr/>
    </dgm:pt>
    <dgm:pt modelId="{BD78DAED-51DC-4C90-A121-68E0B5EB0482}" type="pres">
      <dgm:prSet presAssocID="{DFFCA6CE-32E8-4620-A739-9A97EE6DBF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EF2D20-1C31-4122-896D-7835647CC08E}" type="pres">
      <dgm:prSet presAssocID="{161A130B-520D-41C4-B67B-525A323F44B5}" presName="spacer" presStyleCnt="0"/>
      <dgm:spPr/>
    </dgm:pt>
    <dgm:pt modelId="{79F4A29D-63F4-4697-B29D-1D8AF26E279F}" type="pres">
      <dgm:prSet presAssocID="{3BB6A1DF-F357-4E83-A079-0F87013DD8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B24A627-B6BA-48DA-ACE7-B00EE5E59098}" srcId="{0A399B56-A5E9-4918-B490-CA0BF3FB79C9}" destId="{3BB6A1DF-F357-4E83-A079-0F87013DD8EE}" srcOrd="2" destOrd="0" parTransId="{7967245E-6ECB-49B3-9A67-B366E5104AFB}" sibTransId="{C6F6D3B1-36FB-4A2E-A061-7AC79480C726}"/>
    <dgm:cxn modelId="{832CFB9D-D38A-4E7D-90A1-3EC456E50E9E}" type="presOf" srcId="{3BB6A1DF-F357-4E83-A079-0F87013DD8EE}" destId="{79F4A29D-63F4-4697-B29D-1D8AF26E279F}" srcOrd="0" destOrd="0" presId="urn:microsoft.com/office/officeart/2005/8/layout/vList2"/>
    <dgm:cxn modelId="{36BF0EA4-0D86-43F6-B119-47C05D1250CF}" srcId="{0A399B56-A5E9-4918-B490-CA0BF3FB79C9}" destId="{DFFCA6CE-32E8-4620-A739-9A97EE6DBFCC}" srcOrd="1" destOrd="0" parTransId="{416BF258-D9FA-4A58-9194-80CEDC7812A6}" sibTransId="{161A130B-520D-41C4-B67B-525A323F44B5}"/>
    <dgm:cxn modelId="{707EA5AE-6A8D-4FD9-8E67-D18ABFF04029}" type="presOf" srcId="{0A399B56-A5E9-4918-B490-CA0BF3FB79C9}" destId="{2ACDF834-443C-4FB2-BD0A-1E509E699A5C}" srcOrd="0" destOrd="0" presId="urn:microsoft.com/office/officeart/2005/8/layout/vList2"/>
    <dgm:cxn modelId="{BE9630BD-B067-4516-85D2-32D636151659}" type="presOf" srcId="{8266CEBE-5384-4E04-A753-7827EF8147C0}" destId="{8DFF0F89-939C-4DFE-B2FA-5A09C0D81980}" srcOrd="0" destOrd="0" presId="urn:microsoft.com/office/officeart/2005/8/layout/vList2"/>
    <dgm:cxn modelId="{DF276DBD-A4D4-4D2C-A9F4-9890F8D692BE}" type="presOf" srcId="{DFFCA6CE-32E8-4620-A739-9A97EE6DBFCC}" destId="{BD78DAED-51DC-4C90-A121-68E0B5EB0482}" srcOrd="0" destOrd="0" presId="urn:microsoft.com/office/officeart/2005/8/layout/vList2"/>
    <dgm:cxn modelId="{0FD5E5FA-21ED-49C0-ABD9-365DC2CC3A28}" srcId="{0A399B56-A5E9-4918-B490-CA0BF3FB79C9}" destId="{8266CEBE-5384-4E04-A753-7827EF8147C0}" srcOrd="0" destOrd="0" parTransId="{BD4A121B-EA32-4C70-83A7-F33E80A32A22}" sibTransId="{01B20D8E-B0FF-4E04-BAC4-7B3DC30C1FB1}"/>
    <dgm:cxn modelId="{99E228B5-5D22-4240-AC53-773D0D5B4A61}" type="presParOf" srcId="{2ACDF834-443C-4FB2-BD0A-1E509E699A5C}" destId="{8DFF0F89-939C-4DFE-B2FA-5A09C0D81980}" srcOrd="0" destOrd="0" presId="urn:microsoft.com/office/officeart/2005/8/layout/vList2"/>
    <dgm:cxn modelId="{1AEBF0D4-865B-4797-915F-F0E4253FADE8}" type="presParOf" srcId="{2ACDF834-443C-4FB2-BD0A-1E509E699A5C}" destId="{1B961D4D-CAA8-4CAD-A492-1B7BD96D323A}" srcOrd="1" destOrd="0" presId="urn:microsoft.com/office/officeart/2005/8/layout/vList2"/>
    <dgm:cxn modelId="{4EB7CB67-8F71-4274-8CE6-CDAD596FC5AE}" type="presParOf" srcId="{2ACDF834-443C-4FB2-BD0A-1E509E699A5C}" destId="{BD78DAED-51DC-4C90-A121-68E0B5EB0482}" srcOrd="2" destOrd="0" presId="urn:microsoft.com/office/officeart/2005/8/layout/vList2"/>
    <dgm:cxn modelId="{D70DD6BD-F35F-46BF-98CF-CB732419F119}" type="presParOf" srcId="{2ACDF834-443C-4FB2-BD0A-1E509E699A5C}" destId="{19EF2D20-1C31-4122-896D-7835647CC08E}" srcOrd="3" destOrd="0" presId="urn:microsoft.com/office/officeart/2005/8/layout/vList2"/>
    <dgm:cxn modelId="{098396D4-18F3-4DB9-A50D-3FBF387735FB}" type="presParOf" srcId="{2ACDF834-443C-4FB2-BD0A-1E509E699A5C}" destId="{79F4A29D-63F4-4697-B29D-1D8AF26E279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D7118E-F9D0-4932-A2FF-5E693EF444A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C46BEF0-4BCA-416B-8E39-3C3CF55527C9}">
      <dgm:prSet/>
      <dgm:spPr/>
      <dgm:t>
        <a:bodyPr/>
        <a:lstStyle/>
        <a:p>
          <a:r>
            <a:rPr lang="en-US"/>
            <a:t>Osnovno slikanje vrta</a:t>
          </a:r>
        </a:p>
      </dgm:t>
    </dgm:pt>
    <dgm:pt modelId="{0A0F9C80-8C80-4AEE-9637-07A76EC5C437}" type="parTrans" cxnId="{84EFF165-046C-4377-83F6-65A024B25AED}">
      <dgm:prSet/>
      <dgm:spPr/>
      <dgm:t>
        <a:bodyPr/>
        <a:lstStyle/>
        <a:p>
          <a:endParaRPr lang="en-US"/>
        </a:p>
      </dgm:t>
    </dgm:pt>
    <dgm:pt modelId="{AAC98C40-2134-4049-A8E1-47FCAA9E7CD2}" type="sibTrans" cxnId="{84EFF165-046C-4377-83F6-65A024B25AED}">
      <dgm:prSet/>
      <dgm:spPr/>
      <dgm:t>
        <a:bodyPr/>
        <a:lstStyle/>
        <a:p>
          <a:endParaRPr lang="en-US"/>
        </a:p>
      </dgm:t>
    </dgm:pt>
    <dgm:pt modelId="{91906E95-ABA5-4A61-BA50-A9C5D52B3208}">
      <dgm:prSet/>
      <dgm:spPr/>
      <dgm:t>
        <a:bodyPr/>
        <a:lstStyle/>
        <a:p>
          <a:r>
            <a:rPr lang="en-US"/>
            <a:t>Prepoznava rastlin</a:t>
          </a:r>
        </a:p>
      </dgm:t>
    </dgm:pt>
    <dgm:pt modelId="{ADF3D927-1CE7-49DF-919B-B60A17A22B3E}" type="parTrans" cxnId="{DCC5A5DE-5D81-49BB-9BBB-728BDFC22617}">
      <dgm:prSet/>
      <dgm:spPr/>
      <dgm:t>
        <a:bodyPr/>
        <a:lstStyle/>
        <a:p>
          <a:endParaRPr lang="en-US"/>
        </a:p>
      </dgm:t>
    </dgm:pt>
    <dgm:pt modelId="{CA083632-BBC0-40AA-A280-EAB20305243E}" type="sibTrans" cxnId="{DCC5A5DE-5D81-49BB-9BBB-728BDFC22617}">
      <dgm:prSet/>
      <dgm:spPr/>
      <dgm:t>
        <a:bodyPr/>
        <a:lstStyle/>
        <a:p>
          <a:endParaRPr lang="en-US"/>
        </a:p>
      </dgm:t>
    </dgm:pt>
    <dgm:pt modelId="{7A447847-C47E-49A5-9896-704023EABA3F}">
      <dgm:prSet/>
      <dgm:spPr/>
      <dgm:t>
        <a:bodyPr/>
        <a:lstStyle/>
        <a:p>
          <a:r>
            <a:rPr lang="en-US"/>
            <a:t>Priporočila</a:t>
          </a:r>
        </a:p>
      </dgm:t>
    </dgm:pt>
    <dgm:pt modelId="{9D6B7F7B-65CE-44B8-80AD-59135839841D}" type="parTrans" cxnId="{703E9DAE-BA8C-44BF-B155-A01A5FABD795}">
      <dgm:prSet/>
      <dgm:spPr/>
      <dgm:t>
        <a:bodyPr/>
        <a:lstStyle/>
        <a:p>
          <a:endParaRPr lang="en-US"/>
        </a:p>
      </dgm:t>
    </dgm:pt>
    <dgm:pt modelId="{3323928E-D680-4FE4-B46A-F8491F95BCAB}" type="sibTrans" cxnId="{703E9DAE-BA8C-44BF-B155-A01A5FABD795}">
      <dgm:prSet/>
      <dgm:spPr/>
      <dgm:t>
        <a:bodyPr/>
        <a:lstStyle/>
        <a:p>
          <a:endParaRPr lang="en-US"/>
        </a:p>
      </dgm:t>
    </dgm:pt>
    <dgm:pt modelId="{DE1B091F-E24D-4D92-ADA0-B3764C75D401}" type="pres">
      <dgm:prSet presAssocID="{BBD7118E-F9D0-4932-A2FF-5E693EF444A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EBAAF22-D8F0-4EC8-A0C1-71468CDD6B91}" type="pres">
      <dgm:prSet presAssocID="{AC46BEF0-4BCA-416B-8E39-3C3CF55527C9}" presName="hierRoot1" presStyleCnt="0"/>
      <dgm:spPr/>
    </dgm:pt>
    <dgm:pt modelId="{34F4AB36-8F54-40BE-91A2-6EE393B02643}" type="pres">
      <dgm:prSet presAssocID="{AC46BEF0-4BCA-416B-8E39-3C3CF55527C9}" presName="composite" presStyleCnt="0"/>
      <dgm:spPr/>
    </dgm:pt>
    <dgm:pt modelId="{AC297E73-A30B-4976-9EA6-6506F29E5D97}" type="pres">
      <dgm:prSet presAssocID="{AC46BEF0-4BCA-416B-8E39-3C3CF55527C9}" presName="background" presStyleLbl="node0" presStyleIdx="0" presStyleCnt="3"/>
      <dgm:spPr/>
    </dgm:pt>
    <dgm:pt modelId="{315FEA0D-61A9-4F7A-A5D5-4D248B83A1F8}" type="pres">
      <dgm:prSet presAssocID="{AC46BEF0-4BCA-416B-8E39-3C3CF55527C9}" presName="text" presStyleLbl="fgAcc0" presStyleIdx="0" presStyleCnt="3">
        <dgm:presLayoutVars>
          <dgm:chPref val="3"/>
        </dgm:presLayoutVars>
      </dgm:prSet>
      <dgm:spPr/>
    </dgm:pt>
    <dgm:pt modelId="{A614AA17-0900-4003-B1B1-F4CA4640F42A}" type="pres">
      <dgm:prSet presAssocID="{AC46BEF0-4BCA-416B-8E39-3C3CF55527C9}" presName="hierChild2" presStyleCnt="0"/>
      <dgm:spPr/>
    </dgm:pt>
    <dgm:pt modelId="{D5312E17-6A6F-4A76-B5C3-D14BC8ED0FBF}" type="pres">
      <dgm:prSet presAssocID="{91906E95-ABA5-4A61-BA50-A9C5D52B3208}" presName="hierRoot1" presStyleCnt="0"/>
      <dgm:spPr/>
    </dgm:pt>
    <dgm:pt modelId="{8AC5FA6F-D2AB-4553-B0E9-7795C545DB22}" type="pres">
      <dgm:prSet presAssocID="{91906E95-ABA5-4A61-BA50-A9C5D52B3208}" presName="composite" presStyleCnt="0"/>
      <dgm:spPr/>
    </dgm:pt>
    <dgm:pt modelId="{57D75DC0-46F0-4DA9-9C7A-8687F3A60094}" type="pres">
      <dgm:prSet presAssocID="{91906E95-ABA5-4A61-BA50-A9C5D52B3208}" presName="background" presStyleLbl="node0" presStyleIdx="1" presStyleCnt="3"/>
      <dgm:spPr/>
    </dgm:pt>
    <dgm:pt modelId="{6814851D-FA3A-45BE-88DF-23E4E6BA97CF}" type="pres">
      <dgm:prSet presAssocID="{91906E95-ABA5-4A61-BA50-A9C5D52B3208}" presName="text" presStyleLbl="fgAcc0" presStyleIdx="1" presStyleCnt="3">
        <dgm:presLayoutVars>
          <dgm:chPref val="3"/>
        </dgm:presLayoutVars>
      </dgm:prSet>
      <dgm:spPr/>
    </dgm:pt>
    <dgm:pt modelId="{9B8D7A2A-9774-4E45-BD53-0CD609AEAF61}" type="pres">
      <dgm:prSet presAssocID="{91906E95-ABA5-4A61-BA50-A9C5D52B3208}" presName="hierChild2" presStyleCnt="0"/>
      <dgm:spPr/>
    </dgm:pt>
    <dgm:pt modelId="{8BE21EAD-7D96-4069-B4B5-47466A3DCF36}" type="pres">
      <dgm:prSet presAssocID="{7A447847-C47E-49A5-9896-704023EABA3F}" presName="hierRoot1" presStyleCnt="0"/>
      <dgm:spPr/>
    </dgm:pt>
    <dgm:pt modelId="{6F460722-D6BE-4B49-910E-38F5EF9FF02F}" type="pres">
      <dgm:prSet presAssocID="{7A447847-C47E-49A5-9896-704023EABA3F}" presName="composite" presStyleCnt="0"/>
      <dgm:spPr/>
    </dgm:pt>
    <dgm:pt modelId="{29100E2E-B2AC-4899-A926-42EDCF68C30B}" type="pres">
      <dgm:prSet presAssocID="{7A447847-C47E-49A5-9896-704023EABA3F}" presName="background" presStyleLbl="node0" presStyleIdx="2" presStyleCnt="3"/>
      <dgm:spPr/>
    </dgm:pt>
    <dgm:pt modelId="{AD429021-C045-4779-B08F-6FA99AF56652}" type="pres">
      <dgm:prSet presAssocID="{7A447847-C47E-49A5-9896-704023EABA3F}" presName="text" presStyleLbl="fgAcc0" presStyleIdx="2" presStyleCnt="3">
        <dgm:presLayoutVars>
          <dgm:chPref val="3"/>
        </dgm:presLayoutVars>
      </dgm:prSet>
      <dgm:spPr/>
    </dgm:pt>
    <dgm:pt modelId="{0AF6A769-CE7E-4DF6-A804-DB3041A7085D}" type="pres">
      <dgm:prSet presAssocID="{7A447847-C47E-49A5-9896-704023EABA3F}" presName="hierChild2" presStyleCnt="0"/>
      <dgm:spPr/>
    </dgm:pt>
  </dgm:ptLst>
  <dgm:cxnLst>
    <dgm:cxn modelId="{8600E502-F48D-4C4E-AA19-995EAF85ACB1}" type="presOf" srcId="{BBD7118E-F9D0-4932-A2FF-5E693EF444AA}" destId="{DE1B091F-E24D-4D92-ADA0-B3764C75D401}" srcOrd="0" destOrd="0" presId="urn:microsoft.com/office/officeart/2005/8/layout/hierarchy1"/>
    <dgm:cxn modelId="{84EFF165-046C-4377-83F6-65A024B25AED}" srcId="{BBD7118E-F9D0-4932-A2FF-5E693EF444AA}" destId="{AC46BEF0-4BCA-416B-8E39-3C3CF55527C9}" srcOrd="0" destOrd="0" parTransId="{0A0F9C80-8C80-4AEE-9637-07A76EC5C437}" sibTransId="{AAC98C40-2134-4049-A8E1-47FCAA9E7CD2}"/>
    <dgm:cxn modelId="{2D33FA4B-C1D3-414C-AB0A-C606D3650144}" type="presOf" srcId="{91906E95-ABA5-4A61-BA50-A9C5D52B3208}" destId="{6814851D-FA3A-45BE-88DF-23E4E6BA97CF}" srcOrd="0" destOrd="0" presId="urn:microsoft.com/office/officeart/2005/8/layout/hierarchy1"/>
    <dgm:cxn modelId="{768DBA51-5EA8-4356-A3CC-DB16B6490233}" type="presOf" srcId="{7A447847-C47E-49A5-9896-704023EABA3F}" destId="{AD429021-C045-4779-B08F-6FA99AF56652}" srcOrd="0" destOrd="0" presId="urn:microsoft.com/office/officeart/2005/8/layout/hierarchy1"/>
    <dgm:cxn modelId="{703E9DAE-BA8C-44BF-B155-A01A5FABD795}" srcId="{BBD7118E-F9D0-4932-A2FF-5E693EF444AA}" destId="{7A447847-C47E-49A5-9896-704023EABA3F}" srcOrd="2" destOrd="0" parTransId="{9D6B7F7B-65CE-44B8-80AD-59135839841D}" sibTransId="{3323928E-D680-4FE4-B46A-F8491F95BCAB}"/>
    <dgm:cxn modelId="{DCC5A5DE-5D81-49BB-9BBB-728BDFC22617}" srcId="{BBD7118E-F9D0-4932-A2FF-5E693EF444AA}" destId="{91906E95-ABA5-4A61-BA50-A9C5D52B3208}" srcOrd="1" destOrd="0" parTransId="{ADF3D927-1CE7-49DF-919B-B60A17A22B3E}" sibTransId="{CA083632-BBC0-40AA-A280-EAB20305243E}"/>
    <dgm:cxn modelId="{411544F7-0856-4374-B0E1-D043651D17B7}" type="presOf" srcId="{AC46BEF0-4BCA-416B-8E39-3C3CF55527C9}" destId="{315FEA0D-61A9-4F7A-A5D5-4D248B83A1F8}" srcOrd="0" destOrd="0" presId="urn:microsoft.com/office/officeart/2005/8/layout/hierarchy1"/>
    <dgm:cxn modelId="{87F66FB7-3AC6-4008-A384-E25C18996BB2}" type="presParOf" srcId="{DE1B091F-E24D-4D92-ADA0-B3764C75D401}" destId="{0EBAAF22-D8F0-4EC8-A0C1-71468CDD6B91}" srcOrd="0" destOrd="0" presId="urn:microsoft.com/office/officeart/2005/8/layout/hierarchy1"/>
    <dgm:cxn modelId="{8BCD9BED-E5E6-40DC-9ABF-C23A3B42009D}" type="presParOf" srcId="{0EBAAF22-D8F0-4EC8-A0C1-71468CDD6B91}" destId="{34F4AB36-8F54-40BE-91A2-6EE393B02643}" srcOrd="0" destOrd="0" presId="urn:microsoft.com/office/officeart/2005/8/layout/hierarchy1"/>
    <dgm:cxn modelId="{CD8C0B10-725F-450F-8877-33D73FCD1A11}" type="presParOf" srcId="{34F4AB36-8F54-40BE-91A2-6EE393B02643}" destId="{AC297E73-A30B-4976-9EA6-6506F29E5D97}" srcOrd="0" destOrd="0" presId="urn:microsoft.com/office/officeart/2005/8/layout/hierarchy1"/>
    <dgm:cxn modelId="{1CF801B3-0FB1-4135-AAD4-BBF0096E0E04}" type="presParOf" srcId="{34F4AB36-8F54-40BE-91A2-6EE393B02643}" destId="{315FEA0D-61A9-4F7A-A5D5-4D248B83A1F8}" srcOrd="1" destOrd="0" presId="urn:microsoft.com/office/officeart/2005/8/layout/hierarchy1"/>
    <dgm:cxn modelId="{3155F19D-D59D-46AF-8604-079F4B214E12}" type="presParOf" srcId="{0EBAAF22-D8F0-4EC8-A0C1-71468CDD6B91}" destId="{A614AA17-0900-4003-B1B1-F4CA4640F42A}" srcOrd="1" destOrd="0" presId="urn:microsoft.com/office/officeart/2005/8/layout/hierarchy1"/>
    <dgm:cxn modelId="{B09BC72A-3F9B-42DC-9925-2EABFA9EF3CA}" type="presParOf" srcId="{DE1B091F-E24D-4D92-ADA0-B3764C75D401}" destId="{D5312E17-6A6F-4A76-B5C3-D14BC8ED0FBF}" srcOrd="1" destOrd="0" presId="urn:microsoft.com/office/officeart/2005/8/layout/hierarchy1"/>
    <dgm:cxn modelId="{FD6C8C96-5183-46E5-B0D9-0B838A2153D5}" type="presParOf" srcId="{D5312E17-6A6F-4A76-B5C3-D14BC8ED0FBF}" destId="{8AC5FA6F-D2AB-4553-B0E9-7795C545DB22}" srcOrd="0" destOrd="0" presId="urn:microsoft.com/office/officeart/2005/8/layout/hierarchy1"/>
    <dgm:cxn modelId="{38B83479-4D53-4AB9-AA2B-6343A7061E2E}" type="presParOf" srcId="{8AC5FA6F-D2AB-4553-B0E9-7795C545DB22}" destId="{57D75DC0-46F0-4DA9-9C7A-8687F3A60094}" srcOrd="0" destOrd="0" presId="urn:microsoft.com/office/officeart/2005/8/layout/hierarchy1"/>
    <dgm:cxn modelId="{B86885DB-A25B-4F5F-8E18-5043A79FE860}" type="presParOf" srcId="{8AC5FA6F-D2AB-4553-B0E9-7795C545DB22}" destId="{6814851D-FA3A-45BE-88DF-23E4E6BA97CF}" srcOrd="1" destOrd="0" presId="urn:microsoft.com/office/officeart/2005/8/layout/hierarchy1"/>
    <dgm:cxn modelId="{E19B238D-F792-4C20-9DEE-90659566D407}" type="presParOf" srcId="{D5312E17-6A6F-4A76-B5C3-D14BC8ED0FBF}" destId="{9B8D7A2A-9774-4E45-BD53-0CD609AEAF61}" srcOrd="1" destOrd="0" presId="urn:microsoft.com/office/officeart/2005/8/layout/hierarchy1"/>
    <dgm:cxn modelId="{A591F073-8E92-4122-A583-CAF612375B26}" type="presParOf" srcId="{DE1B091F-E24D-4D92-ADA0-B3764C75D401}" destId="{8BE21EAD-7D96-4069-B4B5-47466A3DCF36}" srcOrd="2" destOrd="0" presId="urn:microsoft.com/office/officeart/2005/8/layout/hierarchy1"/>
    <dgm:cxn modelId="{47753E78-58A9-4CC8-AA76-48E374401949}" type="presParOf" srcId="{8BE21EAD-7D96-4069-B4B5-47466A3DCF36}" destId="{6F460722-D6BE-4B49-910E-38F5EF9FF02F}" srcOrd="0" destOrd="0" presId="urn:microsoft.com/office/officeart/2005/8/layout/hierarchy1"/>
    <dgm:cxn modelId="{301148C0-A4F3-4F8E-BCDB-C9A5B77681CE}" type="presParOf" srcId="{6F460722-D6BE-4B49-910E-38F5EF9FF02F}" destId="{29100E2E-B2AC-4899-A926-42EDCF68C30B}" srcOrd="0" destOrd="0" presId="urn:microsoft.com/office/officeart/2005/8/layout/hierarchy1"/>
    <dgm:cxn modelId="{277A7FD9-775E-43D1-AF42-6480EABF8400}" type="presParOf" srcId="{6F460722-D6BE-4B49-910E-38F5EF9FF02F}" destId="{AD429021-C045-4779-B08F-6FA99AF56652}" srcOrd="1" destOrd="0" presId="urn:microsoft.com/office/officeart/2005/8/layout/hierarchy1"/>
    <dgm:cxn modelId="{316CED22-6DED-48FC-A4D6-3913C1BCB0BC}" type="presParOf" srcId="{8BE21EAD-7D96-4069-B4B5-47466A3DCF36}" destId="{0AF6A769-CE7E-4DF6-A804-DB3041A7085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C10EA6-AA00-4ED0-AE05-86C87DA0B16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71C551-1946-48E1-9DB6-EB1A25F5F7C4}">
      <dgm:prSet/>
      <dgm:spPr/>
      <dgm:t>
        <a:bodyPr/>
        <a:lstStyle/>
        <a:p>
          <a:r>
            <a:rPr lang="en-US"/>
            <a:t>Hitra analiza</a:t>
          </a:r>
        </a:p>
      </dgm:t>
    </dgm:pt>
    <dgm:pt modelId="{84B71235-B4E7-4B9F-9A1D-D5ADD9E4EAFA}" type="parTrans" cxnId="{C8DF483A-2E65-40C9-AB36-BEB512999F54}">
      <dgm:prSet/>
      <dgm:spPr/>
      <dgm:t>
        <a:bodyPr/>
        <a:lstStyle/>
        <a:p>
          <a:endParaRPr lang="en-US"/>
        </a:p>
      </dgm:t>
    </dgm:pt>
    <dgm:pt modelId="{6373A6A0-B5CC-49D0-B34E-A84E44810D4B}" type="sibTrans" cxnId="{C8DF483A-2E65-40C9-AB36-BEB512999F54}">
      <dgm:prSet/>
      <dgm:spPr/>
      <dgm:t>
        <a:bodyPr/>
        <a:lstStyle/>
        <a:p>
          <a:endParaRPr lang="en-US"/>
        </a:p>
      </dgm:t>
    </dgm:pt>
    <dgm:pt modelId="{8AFB786D-CB93-4639-AC56-489965E97E06}">
      <dgm:prSet/>
      <dgm:spPr/>
      <dgm:t>
        <a:bodyPr/>
        <a:lstStyle/>
        <a:p>
          <a:r>
            <a:rPr lang="en-US"/>
            <a:t>Enostavna uporaba</a:t>
          </a:r>
        </a:p>
      </dgm:t>
    </dgm:pt>
    <dgm:pt modelId="{0EB129D8-30F3-45A5-8C29-4F5D5982EC22}" type="parTrans" cxnId="{C78D5372-C6D6-458E-AC25-29524DC8FF88}">
      <dgm:prSet/>
      <dgm:spPr/>
      <dgm:t>
        <a:bodyPr/>
        <a:lstStyle/>
        <a:p>
          <a:endParaRPr lang="en-US"/>
        </a:p>
      </dgm:t>
    </dgm:pt>
    <dgm:pt modelId="{8D670009-DD8D-4055-B187-157BB57862FD}" type="sibTrans" cxnId="{C78D5372-C6D6-458E-AC25-29524DC8FF88}">
      <dgm:prSet/>
      <dgm:spPr/>
      <dgm:t>
        <a:bodyPr/>
        <a:lstStyle/>
        <a:p>
          <a:endParaRPr lang="en-US"/>
        </a:p>
      </dgm:t>
    </dgm:pt>
    <dgm:pt modelId="{10F02354-35D7-4465-9F6A-5EDB8FDC1DEC}">
      <dgm:prSet/>
      <dgm:spPr/>
      <dgm:t>
        <a:bodyPr/>
        <a:lstStyle/>
        <a:p>
          <a:r>
            <a:rPr lang="en-US"/>
            <a:t>Koristni rezultati</a:t>
          </a:r>
        </a:p>
      </dgm:t>
    </dgm:pt>
    <dgm:pt modelId="{65356C4E-9365-4764-8336-459AA4D754E2}" type="parTrans" cxnId="{DE2BB3C4-8F55-4C6A-A9DF-EEC75E684468}">
      <dgm:prSet/>
      <dgm:spPr/>
      <dgm:t>
        <a:bodyPr/>
        <a:lstStyle/>
        <a:p>
          <a:endParaRPr lang="en-US"/>
        </a:p>
      </dgm:t>
    </dgm:pt>
    <dgm:pt modelId="{79E2D784-9A57-4ED7-B1D0-A52B3B8644EF}" type="sibTrans" cxnId="{DE2BB3C4-8F55-4C6A-A9DF-EEC75E684468}">
      <dgm:prSet/>
      <dgm:spPr/>
      <dgm:t>
        <a:bodyPr/>
        <a:lstStyle/>
        <a:p>
          <a:endParaRPr lang="en-US"/>
        </a:p>
      </dgm:t>
    </dgm:pt>
    <dgm:pt modelId="{A76940C1-A4F6-49C2-A6F7-F79D3D8E751B}" type="pres">
      <dgm:prSet presAssocID="{F3C10EA6-AA00-4ED0-AE05-86C87DA0B160}" presName="linear" presStyleCnt="0">
        <dgm:presLayoutVars>
          <dgm:animLvl val="lvl"/>
          <dgm:resizeHandles val="exact"/>
        </dgm:presLayoutVars>
      </dgm:prSet>
      <dgm:spPr/>
    </dgm:pt>
    <dgm:pt modelId="{36EC68A3-D7B2-4885-B88D-584AF9CB5A5F}" type="pres">
      <dgm:prSet presAssocID="{3271C551-1946-48E1-9DB6-EB1A25F5F7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0738D14-39D1-4796-90F6-5A3995FB8E96}" type="pres">
      <dgm:prSet presAssocID="{6373A6A0-B5CC-49D0-B34E-A84E44810D4B}" presName="spacer" presStyleCnt="0"/>
      <dgm:spPr/>
    </dgm:pt>
    <dgm:pt modelId="{4AF6886A-5747-4B3D-9335-C985B74DAE74}" type="pres">
      <dgm:prSet presAssocID="{8AFB786D-CB93-4639-AC56-489965E97E0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D17C952-A242-408B-8EA0-4C74F4D9A765}" type="pres">
      <dgm:prSet presAssocID="{8D670009-DD8D-4055-B187-157BB57862FD}" presName="spacer" presStyleCnt="0"/>
      <dgm:spPr/>
    </dgm:pt>
    <dgm:pt modelId="{B50CC076-09EB-4516-BE14-E932F0BF0585}" type="pres">
      <dgm:prSet presAssocID="{10F02354-35D7-4465-9F6A-5EDB8FDC1DE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2724030-7810-4A58-8EA5-3A5935E7ACB4}" type="presOf" srcId="{3271C551-1946-48E1-9DB6-EB1A25F5F7C4}" destId="{36EC68A3-D7B2-4885-B88D-584AF9CB5A5F}" srcOrd="0" destOrd="0" presId="urn:microsoft.com/office/officeart/2005/8/layout/vList2"/>
    <dgm:cxn modelId="{C8DF483A-2E65-40C9-AB36-BEB512999F54}" srcId="{F3C10EA6-AA00-4ED0-AE05-86C87DA0B160}" destId="{3271C551-1946-48E1-9DB6-EB1A25F5F7C4}" srcOrd="0" destOrd="0" parTransId="{84B71235-B4E7-4B9F-9A1D-D5ADD9E4EAFA}" sibTransId="{6373A6A0-B5CC-49D0-B34E-A84E44810D4B}"/>
    <dgm:cxn modelId="{C78D5372-C6D6-458E-AC25-29524DC8FF88}" srcId="{F3C10EA6-AA00-4ED0-AE05-86C87DA0B160}" destId="{8AFB786D-CB93-4639-AC56-489965E97E06}" srcOrd="1" destOrd="0" parTransId="{0EB129D8-30F3-45A5-8C29-4F5D5982EC22}" sibTransId="{8D670009-DD8D-4055-B187-157BB57862FD}"/>
    <dgm:cxn modelId="{BBD0E6AB-8D75-461C-AC34-0AD4E1D5DB9B}" type="presOf" srcId="{10F02354-35D7-4465-9F6A-5EDB8FDC1DEC}" destId="{B50CC076-09EB-4516-BE14-E932F0BF0585}" srcOrd="0" destOrd="0" presId="urn:microsoft.com/office/officeart/2005/8/layout/vList2"/>
    <dgm:cxn modelId="{DC47E8BF-2FB1-4945-9C44-48B4B0ECC799}" type="presOf" srcId="{8AFB786D-CB93-4639-AC56-489965E97E06}" destId="{4AF6886A-5747-4B3D-9335-C985B74DAE74}" srcOrd="0" destOrd="0" presId="urn:microsoft.com/office/officeart/2005/8/layout/vList2"/>
    <dgm:cxn modelId="{DE2BB3C4-8F55-4C6A-A9DF-EEC75E684468}" srcId="{F3C10EA6-AA00-4ED0-AE05-86C87DA0B160}" destId="{10F02354-35D7-4465-9F6A-5EDB8FDC1DEC}" srcOrd="2" destOrd="0" parTransId="{65356C4E-9365-4764-8336-459AA4D754E2}" sibTransId="{79E2D784-9A57-4ED7-B1D0-A52B3B8644EF}"/>
    <dgm:cxn modelId="{819E83E5-90D7-4D79-AC0D-8234E68ECDB0}" type="presOf" srcId="{F3C10EA6-AA00-4ED0-AE05-86C87DA0B160}" destId="{A76940C1-A4F6-49C2-A6F7-F79D3D8E751B}" srcOrd="0" destOrd="0" presId="urn:microsoft.com/office/officeart/2005/8/layout/vList2"/>
    <dgm:cxn modelId="{AA56C342-63D0-4A78-A077-9AC5146A7CDB}" type="presParOf" srcId="{A76940C1-A4F6-49C2-A6F7-F79D3D8E751B}" destId="{36EC68A3-D7B2-4885-B88D-584AF9CB5A5F}" srcOrd="0" destOrd="0" presId="urn:microsoft.com/office/officeart/2005/8/layout/vList2"/>
    <dgm:cxn modelId="{519FEDC5-E1D8-4515-8C6F-24615F72AB2F}" type="presParOf" srcId="{A76940C1-A4F6-49C2-A6F7-F79D3D8E751B}" destId="{60738D14-39D1-4796-90F6-5A3995FB8E96}" srcOrd="1" destOrd="0" presId="urn:microsoft.com/office/officeart/2005/8/layout/vList2"/>
    <dgm:cxn modelId="{2DA266EA-4477-4660-8740-9C6F1A2B2B31}" type="presParOf" srcId="{A76940C1-A4F6-49C2-A6F7-F79D3D8E751B}" destId="{4AF6886A-5747-4B3D-9335-C985B74DAE74}" srcOrd="2" destOrd="0" presId="urn:microsoft.com/office/officeart/2005/8/layout/vList2"/>
    <dgm:cxn modelId="{26D17435-D337-4718-923F-464C7D5C3A1C}" type="presParOf" srcId="{A76940C1-A4F6-49C2-A6F7-F79D3D8E751B}" destId="{FD17C952-A242-408B-8EA0-4C74F4D9A765}" srcOrd="3" destOrd="0" presId="urn:microsoft.com/office/officeart/2005/8/layout/vList2"/>
    <dgm:cxn modelId="{CBA2B953-9D64-4A56-9243-5B5A32415F79}" type="presParOf" srcId="{A76940C1-A4F6-49C2-A6F7-F79D3D8E751B}" destId="{B50CC076-09EB-4516-BE14-E932F0BF058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7D46DBB-0540-40C9-A975-A2E72AC2317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1E07AD-103F-4111-9575-F905117A1BC6}">
      <dgm:prSet/>
      <dgm:spPr/>
      <dgm:t>
        <a:bodyPr/>
        <a:lstStyle/>
        <a:p>
          <a:r>
            <a:rPr lang="en-US"/>
            <a:t>Ciljni uporabniki: vrtičkarji, kmetje</a:t>
          </a:r>
        </a:p>
      </dgm:t>
    </dgm:pt>
    <dgm:pt modelId="{A9B8E364-479B-43F5-87E1-21695CC1374D}" type="parTrans" cxnId="{2F23E7C3-CC0C-4986-864B-5B9BAC8CCBBF}">
      <dgm:prSet/>
      <dgm:spPr/>
      <dgm:t>
        <a:bodyPr/>
        <a:lstStyle/>
        <a:p>
          <a:endParaRPr lang="en-US"/>
        </a:p>
      </dgm:t>
    </dgm:pt>
    <dgm:pt modelId="{0E9197C0-34B9-443E-A4E7-E0F1944BA730}" type="sibTrans" cxnId="{2F23E7C3-CC0C-4986-864B-5B9BAC8CCBBF}">
      <dgm:prSet/>
      <dgm:spPr/>
      <dgm:t>
        <a:bodyPr/>
        <a:lstStyle/>
        <a:p>
          <a:endParaRPr lang="en-US"/>
        </a:p>
      </dgm:t>
    </dgm:pt>
    <dgm:pt modelId="{608FF4D7-78C4-49BC-957D-4FA8765C1FBF}">
      <dgm:prSet/>
      <dgm:spPr/>
      <dgm:t>
        <a:bodyPr/>
        <a:lstStyle/>
        <a:p>
          <a:r>
            <a:rPr lang="en-US"/>
            <a:t>Poslovni model: freemium / premium funkcije</a:t>
          </a:r>
        </a:p>
      </dgm:t>
    </dgm:pt>
    <dgm:pt modelId="{C4E7F4D1-D043-4608-AE63-64E44A87271F}" type="parTrans" cxnId="{FB8FFEFF-8702-4FD6-8FEA-B37685A135BC}">
      <dgm:prSet/>
      <dgm:spPr/>
      <dgm:t>
        <a:bodyPr/>
        <a:lstStyle/>
        <a:p>
          <a:endParaRPr lang="en-US"/>
        </a:p>
      </dgm:t>
    </dgm:pt>
    <dgm:pt modelId="{8EFFDDE9-420B-4E01-8F45-698C505E05A1}" type="sibTrans" cxnId="{FB8FFEFF-8702-4FD6-8FEA-B37685A135BC}">
      <dgm:prSet/>
      <dgm:spPr/>
      <dgm:t>
        <a:bodyPr/>
        <a:lstStyle/>
        <a:p>
          <a:endParaRPr lang="en-US"/>
        </a:p>
      </dgm:t>
    </dgm:pt>
    <dgm:pt modelId="{2C16D95D-3211-4BA5-A6E5-A239020087E4}" type="pres">
      <dgm:prSet presAssocID="{47D46DBB-0540-40C9-A975-A2E72AC231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CD4486-7541-415E-86F6-64FEA51CE08B}" type="pres">
      <dgm:prSet presAssocID="{871E07AD-103F-4111-9575-F905117A1BC6}" presName="hierRoot1" presStyleCnt="0"/>
      <dgm:spPr/>
    </dgm:pt>
    <dgm:pt modelId="{E65618A9-179F-478D-BC21-CB70EF6DB75A}" type="pres">
      <dgm:prSet presAssocID="{871E07AD-103F-4111-9575-F905117A1BC6}" presName="composite" presStyleCnt="0"/>
      <dgm:spPr/>
    </dgm:pt>
    <dgm:pt modelId="{1F7B2D73-D38F-4CD1-840E-568701B458FA}" type="pres">
      <dgm:prSet presAssocID="{871E07AD-103F-4111-9575-F905117A1BC6}" presName="background" presStyleLbl="node0" presStyleIdx="0" presStyleCnt="2"/>
      <dgm:spPr/>
    </dgm:pt>
    <dgm:pt modelId="{EF2A842A-5BD4-4058-B198-F6F5168B7B7B}" type="pres">
      <dgm:prSet presAssocID="{871E07AD-103F-4111-9575-F905117A1BC6}" presName="text" presStyleLbl="fgAcc0" presStyleIdx="0" presStyleCnt="2">
        <dgm:presLayoutVars>
          <dgm:chPref val="3"/>
        </dgm:presLayoutVars>
      </dgm:prSet>
      <dgm:spPr/>
    </dgm:pt>
    <dgm:pt modelId="{28B898E6-8F00-4158-A2F3-7CCADEA0106D}" type="pres">
      <dgm:prSet presAssocID="{871E07AD-103F-4111-9575-F905117A1BC6}" presName="hierChild2" presStyleCnt="0"/>
      <dgm:spPr/>
    </dgm:pt>
    <dgm:pt modelId="{14E0AABA-0507-4692-8F01-2F8E010CA398}" type="pres">
      <dgm:prSet presAssocID="{608FF4D7-78C4-49BC-957D-4FA8765C1FBF}" presName="hierRoot1" presStyleCnt="0"/>
      <dgm:spPr/>
    </dgm:pt>
    <dgm:pt modelId="{A0B21B95-D120-4DAC-A49C-BA8F396F051E}" type="pres">
      <dgm:prSet presAssocID="{608FF4D7-78C4-49BC-957D-4FA8765C1FBF}" presName="composite" presStyleCnt="0"/>
      <dgm:spPr/>
    </dgm:pt>
    <dgm:pt modelId="{CF53AA4F-1086-41A9-981C-DD3D0E2ACF95}" type="pres">
      <dgm:prSet presAssocID="{608FF4D7-78C4-49BC-957D-4FA8765C1FBF}" presName="background" presStyleLbl="node0" presStyleIdx="1" presStyleCnt="2"/>
      <dgm:spPr/>
    </dgm:pt>
    <dgm:pt modelId="{E8BA8038-9C66-41E7-A0F2-621CC624E82D}" type="pres">
      <dgm:prSet presAssocID="{608FF4D7-78C4-49BC-957D-4FA8765C1FBF}" presName="text" presStyleLbl="fgAcc0" presStyleIdx="1" presStyleCnt="2">
        <dgm:presLayoutVars>
          <dgm:chPref val="3"/>
        </dgm:presLayoutVars>
      </dgm:prSet>
      <dgm:spPr/>
    </dgm:pt>
    <dgm:pt modelId="{B8EC9092-FD83-45AA-A62F-05CA3AF15275}" type="pres">
      <dgm:prSet presAssocID="{608FF4D7-78C4-49BC-957D-4FA8765C1FBF}" presName="hierChild2" presStyleCnt="0"/>
      <dgm:spPr/>
    </dgm:pt>
  </dgm:ptLst>
  <dgm:cxnLst>
    <dgm:cxn modelId="{D64CA231-6FFA-49AD-A0A5-253ABC43B345}" type="presOf" srcId="{47D46DBB-0540-40C9-A975-A2E72AC23170}" destId="{2C16D95D-3211-4BA5-A6E5-A239020087E4}" srcOrd="0" destOrd="0" presId="urn:microsoft.com/office/officeart/2005/8/layout/hierarchy1"/>
    <dgm:cxn modelId="{9ECA3238-F3A4-421D-BD91-8BDA83B76A12}" type="presOf" srcId="{871E07AD-103F-4111-9575-F905117A1BC6}" destId="{EF2A842A-5BD4-4058-B198-F6F5168B7B7B}" srcOrd="0" destOrd="0" presId="urn:microsoft.com/office/officeart/2005/8/layout/hierarchy1"/>
    <dgm:cxn modelId="{2F23E7C3-CC0C-4986-864B-5B9BAC8CCBBF}" srcId="{47D46DBB-0540-40C9-A975-A2E72AC23170}" destId="{871E07AD-103F-4111-9575-F905117A1BC6}" srcOrd="0" destOrd="0" parTransId="{A9B8E364-479B-43F5-87E1-21695CC1374D}" sibTransId="{0E9197C0-34B9-443E-A4E7-E0F1944BA730}"/>
    <dgm:cxn modelId="{B01490F9-5CD5-44B8-92FE-D7D5BF9CDF61}" type="presOf" srcId="{608FF4D7-78C4-49BC-957D-4FA8765C1FBF}" destId="{E8BA8038-9C66-41E7-A0F2-621CC624E82D}" srcOrd="0" destOrd="0" presId="urn:microsoft.com/office/officeart/2005/8/layout/hierarchy1"/>
    <dgm:cxn modelId="{FB8FFEFF-8702-4FD6-8FEA-B37685A135BC}" srcId="{47D46DBB-0540-40C9-A975-A2E72AC23170}" destId="{608FF4D7-78C4-49BC-957D-4FA8765C1FBF}" srcOrd="1" destOrd="0" parTransId="{C4E7F4D1-D043-4608-AE63-64E44A87271F}" sibTransId="{8EFFDDE9-420B-4E01-8F45-698C505E05A1}"/>
    <dgm:cxn modelId="{B476C65A-E059-47B0-A693-43AB93F0D41B}" type="presParOf" srcId="{2C16D95D-3211-4BA5-A6E5-A239020087E4}" destId="{D5CD4486-7541-415E-86F6-64FEA51CE08B}" srcOrd="0" destOrd="0" presId="urn:microsoft.com/office/officeart/2005/8/layout/hierarchy1"/>
    <dgm:cxn modelId="{358A7F0F-BDC8-4FFC-949C-548E6DFD1AEE}" type="presParOf" srcId="{D5CD4486-7541-415E-86F6-64FEA51CE08B}" destId="{E65618A9-179F-478D-BC21-CB70EF6DB75A}" srcOrd="0" destOrd="0" presId="urn:microsoft.com/office/officeart/2005/8/layout/hierarchy1"/>
    <dgm:cxn modelId="{09014310-90D5-4A7E-AB45-1C95D354D6A1}" type="presParOf" srcId="{E65618A9-179F-478D-BC21-CB70EF6DB75A}" destId="{1F7B2D73-D38F-4CD1-840E-568701B458FA}" srcOrd="0" destOrd="0" presId="urn:microsoft.com/office/officeart/2005/8/layout/hierarchy1"/>
    <dgm:cxn modelId="{29582958-51BB-4E90-A20C-583BCF94384E}" type="presParOf" srcId="{E65618A9-179F-478D-BC21-CB70EF6DB75A}" destId="{EF2A842A-5BD4-4058-B198-F6F5168B7B7B}" srcOrd="1" destOrd="0" presId="urn:microsoft.com/office/officeart/2005/8/layout/hierarchy1"/>
    <dgm:cxn modelId="{373F3A5B-7BC4-4105-AE07-EAE138AAB88E}" type="presParOf" srcId="{D5CD4486-7541-415E-86F6-64FEA51CE08B}" destId="{28B898E6-8F00-4158-A2F3-7CCADEA0106D}" srcOrd="1" destOrd="0" presId="urn:microsoft.com/office/officeart/2005/8/layout/hierarchy1"/>
    <dgm:cxn modelId="{F2A6124B-16C2-42A3-B93F-023644576B5B}" type="presParOf" srcId="{2C16D95D-3211-4BA5-A6E5-A239020087E4}" destId="{14E0AABA-0507-4692-8F01-2F8E010CA398}" srcOrd="1" destOrd="0" presId="urn:microsoft.com/office/officeart/2005/8/layout/hierarchy1"/>
    <dgm:cxn modelId="{E4F076FC-98A3-49C4-9C00-40477C9A076B}" type="presParOf" srcId="{14E0AABA-0507-4692-8F01-2F8E010CA398}" destId="{A0B21B95-D120-4DAC-A49C-BA8F396F051E}" srcOrd="0" destOrd="0" presId="urn:microsoft.com/office/officeart/2005/8/layout/hierarchy1"/>
    <dgm:cxn modelId="{C9F5F669-8CFA-4ECC-BA17-AA92A306C0D2}" type="presParOf" srcId="{A0B21B95-D120-4DAC-A49C-BA8F396F051E}" destId="{CF53AA4F-1086-41A9-981C-DD3D0E2ACF95}" srcOrd="0" destOrd="0" presId="urn:microsoft.com/office/officeart/2005/8/layout/hierarchy1"/>
    <dgm:cxn modelId="{F2D22F1C-130E-4ED7-8C5D-98504681F09E}" type="presParOf" srcId="{A0B21B95-D120-4DAC-A49C-BA8F396F051E}" destId="{E8BA8038-9C66-41E7-A0F2-621CC624E82D}" srcOrd="1" destOrd="0" presId="urn:microsoft.com/office/officeart/2005/8/layout/hierarchy1"/>
    <dgm:cxn modelId="{014827F4-8FF0-423C-A8DC-46DF98201640}" type="presParOf" srcId="{14E0AABA-0507-4692-8F01-2F8E010CA398}" destId="{B8EC9092-FD83-45AA-A62F-05CA3AF152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C19AE3D-BB0A-401E-943E-AEE343966E42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E6E9104-962D-4F04-B6EC-F6D1A4FDA0D3}">
      <dgm:prSet/>
      <dgm:spPr/>
      <dgm:t>
        <a:bodyPr/>
        <a:lstStyle/>
        <a:p>
          <a:r>
            <a:rPr lang="en-US"/>
            <a:t>Inovativna AI rešitev</a:t>
          </a:r>
        </a:p>
      </dgm:t>
    </dgm:pt>
    <dgm:pt modelId="{049B3270-D5DF-4823-B91F-513150E3D2DB}" type="parTrans" cxnId="{DDCB2FC6-2642-464A-8C22-286911308C24}">
      <dgm:prSet/>
      <dgm:spPr/>
      <dgm:t>
        <a:bodyPr/>
        <a:lstStyle/>
        <a:p>
          <a:endParaRPr lang="en-US"/>
        </a:p>
      </dgm:t>
    </dgm:pt>
    <dgm:pt modelId="{B4858DA5-4A91-4FEB-87DF-09DCB2E1E71D}" type="sibTrans" cxnId="{DDCB2FC6-2642-464A-8C22-286911308C24}">
      <dgm:prSet/>
      <dgm:spPr/>
      <dgm:t>
        <a:bodyPr/>
        <a:lstStyle/>
        <a:p>
          <a:endParaRPr lang="en-US"/>
        </a:p>
      </dgm:t>
    </dgm:pt>
    <dgm:pt modelId="{B51D1518-8458-4F44-A596-A25E9DD74A25}">
      <dgm:prSet/>
      <dgm:spPr/>
      <dgm:t>
        <a:bodyPr/>
        <a:lstStyle/>
        <a:p>
          <a:r>
            <a:rPr lang="en-US"/>
            <a:t>Prihranek časa</a:t>
          </a:r>
        </a:p>
      </dgm:t>
    </dgm:pt>
    <dgm:pt modelId="{1DD003A1-E780-493A-9237-84B0EB6C393F}" type="parTrans" cxnId="{4D3EFAEE-B908-44D8-9A51-C364FBBBC479}">
      <dgm:prSet/>
      <dgm:spPr/>
      <dgm:t>
        <a:bodyPr/>
        <a:lstStyle/>
        <a:p>
          <a:endParaRPr lang="en-US"/>
        </a:p>
      </dgm:t>
    </dgm:pt>
    <dgm:pt modelId="{CC8C4AD8-C1DC-4E5B-A0F2-CE668E88DE26}" type="sibTrans" cxnId="{4D3EFAEE-B908-44D8-9A51-C364FBBBC479}">
      <dgm:prSet/>
      <dgm:spPr/>
      <dgm:t>
        <a:bodyPr/>
        <a:lstStyle/>
        <a:p>
          <a:endParaRPr lang="en-US"/>
        </a:p>
      </dgm:t>
    </dgm:pt>
    <dgm:pt modelId="{CC1F93DF-4B1B-4570-8EB8-25F5A01AD544}">
      <dgm:prSet/>
      <dgm:spPr/>
      <dgm:t>
        <a:bodyPr/>
        <a:lstStyle/>
        <a:p>
          <a:r>
            <a:rPr lang="en-US"/>
            <a:t>Boljši pridelki</a:t>
          </a:r>
        </a:p>
      </dgm:t>
    </dgm:pt>
    <dgm:pt modelId="{23CF0101-33FE-4CA1-980A-B366911CF8AD}" type="parTrans" cxnId="{FD81CF54-E8CB-49AC-89F0-DB9D0D72E42C}">
      <dgm:prSet/>
      <dgm:spPr/>
      <dgm:t>
        <a:bodyPr/>
        <a:lstStyle/>
        <a:p>
          <a:endParaRPr lang="en-US"/>
        </a:p>
      </dgm:t>
    </dgm:pt>
    <dgm:pt modelId="{091BBB04-ECC5-4B4D-9D09-7D4CB07E5F5B}" type="sibTrans" cxnId="{FD81CF54-E8CB-49AC-89F0-DB9D0D72E42C}">
      <dgm:prSet/>
      <dgm:spPr/>
      <dgm:t>
        <a:bodyPr/>
        <a:lstStyle/>
        <a:p>
          <a:endParaRPr lang="en-US"/>
        </a:p>
      </dgm:t>
    </dgm:pt>
    <dgm:pt modelId="{0D22C6A7-3F88-4228-B324-2E4C06C3F09A}" type="pres">
      <dgm:prSet presAssocID="{EC19AE3D-BB0A-401E-943E-AEE343966E42}" presName="linear" presStyleCnt="0">
        <dgm:presLayoutVars>
          <dgm:dir/>
          <dgm:animLvl val="lvl"/>
          <dgm:resizeHandles val="exact"/>
        </dgm:presLayoutVars>
      </dgm:prSet>
      <dgm:spPr/>
    </dgm:pt>
    <dgm:pt modelId="{6E03D249-B687-4D7F-919E-463A00980DE4}" type="pres">
      <dgm:prSet presAssocID="{8E6E9104-962D-4F04-B6EC-F6D1A4FDA0D3}" presName="parentLin" presStyleCnt="0"/>
      <dgm:spPr/>
    </dgm:pt>
    <dgm:pt modelId="{681052D9-F392-4065-A334-99203349D917}" type="pres">
      <dgm:prSet presAssocID="{8E6E9104-962D-4F04-B6EC-F6D1A4FDA0D3}" presName="parentLeftMargin" presStyleLbl="node1" presStyleIdx="0" presStyleCnt="3"/>
      <dgm:spPr/>
    </dgm:pt>
    <dgm:pt modelId="{80E45919-3D12-4A61-BC3E-45B8A160640F}" type="pres">
      <dgm:prSet presAssocID="{8E6E9104-962D-4F04-B6EC-F6D1A4FDA0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1EB481-BB83-4D35-9F14-5AF3779292A2}" type="pres">
      <dgm:prSet presAssocID="{8E6E9104-962D-4F04-B6EC-F6D1A4FDA0D3}" presName="negativeSpace" presStyleCnt="0"/>
      <dgm:spPr/>
    </dgm:pt>
    <dgm:pt modelId="{CC5D5332-1DE7-4BED-A403-A121BA6ADB87}" type="pres">
      <dgm:prSet presAssocID="{8E6E9104-962D-4F04-B6EC-F6D1A4FDA0D3}" presName="childText" presStyleLbl="conFgAcc1" presStyleIdx="0" presStyleCnt="3">
        <dgm:presLayoutVars>
          <dgm:bulletEnabled val="1"/>
        </dgm:presLayoutVars>
      </dgm:prSet>
      <dgm:spPr/>
    </dgm:pt>
    <dgm:pt modelId="{E9ED49F2-2A5E-4DF7-9A55-3B6B038C8FD0}" type="pres">
      <dgm:prSet presAssocID="{B4858DA5-4A91-4FEB-87DF-09DCB2E1E71D}" presName="spaceBetweenRectangles" presStyleCnt="0"/>
      <dgm:spPr/>
    </dgm:pt>
    <dgm:pt modelId="{C6582FAE-487B-4293-95E5-45DBDEFF00F2}" type="pres">
      <dgm:prSet presAssocID="{B51D1518-8458-4F44-A596-A25E9DD74A25}" presName="parentLin" presStyleCnt="0"/>
      <dgm:spPr/>
    </dgm:pt>
    <dgm:pt modelId="{A38FF621-4382-45D3-B1A2-BA2250D65380}" type="pres">
      <dgm:prSet presAssocID="{B51D1518-8458-4F44-A596-A25E9DD74A25}" presName="parentLeftMargin" presStyleLbl="node1" presStyleIdx="0" presStyleCnt="3"/>
      <dgm:spPr/>
    </dgm:pt>
    <dgm:pt modelId="{64A89375-AF2E-42D9-8B79-78A074E623AD}" type="pres">
      <dgm:prSet presAssocID="{B51D1518-8458-4F44-A596-A25E9DD74A2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BD4C2F3-9628-4B27-B71F-460D8171466A}" type="pres">
      <dgm:prSet presAssocID="{B51D1518-8458-4F44-A596-A25E9DD74A25}" presName="negativeSpace" presStyleCnt="0"/>
      <dgm:spPr/>
    </dgm:pt>
    <dgm:pt modelId="{BE429704-F034-4994-BF2A-9D7F267E9F55}" type="pres">
      <dgm:prSet presAssocID="{B51D1518-8458-4F44-A596-A25E9DD74A25}" presName="childText" presStyleLbl="conFgAcc1" presStyleIdx="1" presStyleCnt="3">
        <dgm:presLayoutVars>
          <dgm:bulletEnabled val="1"/>
        </dgm:presLayoutVars>
      </dgm:prSet>
      <dgm:spPr/>
    </dgm:pt>
    <dgm:pt modelId="{86C88602-2C32-461E-9162-BD3CDB4E9F29}" type="pres">
      <dgm:prSet presAssocID="{CC8C4AD8-C1DC-4E5B-A0F2-CE668E88DE26}" presName="spaceBetweenRectangles" presStyleCnt="0"/>
      <dgm:spPr/>
    </dgm:pt>
    <dgm:pt modelId="{9440E355-A1C8-4FEF-A5D8-0B30C56DB585}" type="pres">
      <dgm:prSet presAssocID="{CC1F93DF-4B1B-4570-8EB8-25F5A01AD544}" presName="parentLin" presStyleCnt="0"/>
      <dgm:spPr/>
    </dgm:pt>
    <dgm:pt modelId="{BD2F0DB4-7BCC-4F2E-9610-45106783060D}" type="pres">
      <dgm:prSet presAssocID="{CC1F93DF-4B1B-4570-8EB8-25F5A01AD544}" presName="parentLeftMargin" presStyleLbl="node1" presStyleIdx="1" presStyleCnt="3"/>
      <dgm:spPr/>
    </dgm:pt>
    <dgm:pt modelId="{2C718346-1554-4EAC-A2EB-770C7BF79545}" type="pres">
      <dgm:prSet presAssocID="{CC1F93DF-4B1B-4570-8EB8-25F5A01AD54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397B100-973D-4A43-9C40-F1E3943EC019}" type="pres">
      <dgm:prSet presAssocID="{CC1F93DF-4B1B-4570-8EB8-25F5A01AD544}" presName="negativeSpace" presStyleCnt="0"/>
      <dgm:spPr/>
    </dgm:pt>
    <dgm:pt modelId="{F2DCDAEE-5999-45B9-92E7-6A31FDF9619A}" type="pres">
      <dgm:prSet presAssocID="{CC1F93DF-4B1B-4570-8EB8-25F5A01AD54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92F9507-A10C-4682-9867-E5D2B1D72792}" type="presOf" srcId="{B51D1518-8458-4F44-A596-A25E9DD74A25}" destId="{64A89375-AF2E-42D9-8B79-78A074E623AD}" srcOrd="1" destOrd="0" presId="urn:microsoft.com/office/officeart/2005/8/layout/list1"/>
    <dgm:cxn modelId="{85CE3E0E-D1E7-4317-A6C8-F1522411D97D}" type="presOf" srcId="{B51D1518-8458-4F44-A596-A25E9DD74A25}" destId="{A38FF621-4382-45D3-B1A2-BA2250D65380}" srcOrd="0" destOrd="0" presId="urn:microsoft.com/office/officeart/2005/8/layout/list1"/>
    <dgm:cxn modelId="{FD81CF54-E8CB-49AC-89F0-DB9D0D72E42C}" srcId="{EC19AE3D-BB0A-401E-943E-AEE343966E42}" destId="{CC1F93DF-4B1B-4570-8EB8-25F5A01AD544}" srcOrd="2" destOrd="0" parTransId="{23CF0101-33FE-4CA1-980A-B366911CF8AD}" sibTransId="{091BBB04-ECC5-4B4D-9D09-7D4CB07E5F5B}"/>
    <dgm:cxn modelId="{AFC8647E-7E18-43FD-98BF-9B0642F60A29}" type="presOf" srcId="{8E6E9104-962D-4F04-B6EC-F6D1A4FDA0D3}" destId="{681052D9-F392-4065-A334-99203349D917}" srcOrd="0" destOrd="0" presId="urn:microsoft.com/office/officeart/2005/8/layout/list1"/>
    <dgm:cxn modelId="{ED874F88-51FB-49AC-9CA4-077785BBCDCF}" type="presOf" srcId="{EC19AE3D-BB0A-401E-943E-AEE343966E42}" destId="{0D22C6A7-3F88-4228-B324-2E4C06C3F09A}" srcOrd="0" destOrd="0" presId="urn:microsoft.com/office/officeart/2005/8/layout/list1"/>
    <dgm:cxn modelId="{DDCB2FC6-2642-464A-8C22-286911308C24}" srcId="{EC19AE3D-BB0A-401E-943E-AEE343966E42}" destId="{8E6E9104-962D-4F04-B6EC-F6D1A4FDA0D3}" srcOrd="0" destOrd="0" parTransId="{049B3270-D5DF-4823-B91F-513150E3D2DB}" sibTransId="{B4858DA5-4A91-4FEB-87DF-09DCB2E1E71D}"/>
    <dgm:cxn modelId="{03170EDF-A4EC-4ECA-97C4-4726F5FB35E0}" type="presOf" srcId="{CC1F93DF-4B1B-4570-8EB8-25F5A01AD544}" destId="{2C718346-1554-4EAC-A2EB-770C7BF79545}" srcOrd="1" destOrd="0" presId="urn:microsoft.com/office/officeart/2005/8/layout/list1"/>
    <dgm:cxn modelId="{90A2F2E1-7E7B-43AD-A69F-1B4ED58974F8}" type="presOf" srcId="{CC1F93DF-4B1B-4570-8EB8-25F5A01AD544}" destId="{BD2F0DB4-7BCC-4F2E-9610-45106783060D}" srcOrd="0" destOrd="0" presId="urn:microsoft.com/office/officeart/2005/8/layout/list1"/>
    <dgm:cxn modelId="{4D3EFAEE-B908-44D8-9A51-C364FBBBC479}" srcId="{EC19AE3D-BB0A-401E-943E-AEE343966E42}" destId="{B51D1518-8458-4F44-A596-A25E9DD74A25}" srcOrd="1" destOrd="0" parTransId="{1DD003A1-E780-493A-9237-84B0EB6C393F}" sibTransId="{CC8C4AD8-C1DC-4E5B-A0F2-CE668E88DE26}"/>
    <dgm:cxn modelId="{569194FF-7B54-4D07-8E4A-00DC8E3A5D34}" type="presOf" srcId="{8E6E9104-962D-4F04-B6EC-F6D1A4FDA0D3}" destId="{80E45919-3D12-4A61-BC3E-45B8A160640F}" srcOrd="1" destOrd="0" presId="urn:microsoft.com/office/officeart/2005/8/layout/list1"/>
    <dgm:cxn modelId="{D2E786F3-239C-483A-85BF-00C153CC2FBC}" type="presParOf" srcId="{0D22C6A7-3F88-4228-B324-2E4C06C3F09A}" destId="{6E03D249-B687-4D7F-919E-463A00980DE4}" srcOrd="0" destOrd="0" presId="urn:microsoft.com/office/officeart/2005/8/layout/list1"/>
    <dgm:cxn modelId="{895ACF06-6B74-41BD-B55D-9D521A797C6E}" type="presParOf" srcId="{6E03D249-B687-4D7F-919E-463A00980DE4}" destId="{681052D9-F392-4065-A334-99203349D917}" srcOrd="0" destOrd="0" presId="urn:microsoft.com/office/officeart/2005/8/layout/list1"/>
    <dgm:cxn modelId="{7B50E4E4-03A5-417A-ADE2-7B8919942C3B}" type="presParOf" srcId="{6E03D249-B687-4D7F-919E-463A00980DE4}" destId="{80E45919-3D12-4A61-BC3E-45B8A160640F}" srcOrd="1" destOrd="0" presId="urn:microsoft.com/office/officeart/2005/8/layout/list1"/>
    <dgm:cxn modelId="{2FBE010B-EAF8-4F85-809F-90944224F83C}" type="presParOf" srcId="{0D22C6A7-3F88-4228-B324-2E4C06C3F09A}" destId="{EA1EB481-BB83-4D35-9F14-5AF3779292A2}" srcOrd="1" destOrd="0" presId="urn:microsoft.com/office/officeart/2005/8/layout/list1"/>
    <dgm:cxn modelId="{F0CC8A44-5545-4DCD-86BA-B37BDED2E1EC}" type="presParOf" srcId="{0D22C6A7-3F88-4228-B324-2E4C06C3F09A}" destId="{CC5D5332-1DE7-4BED-A403-A121BA6ADB87}" srcOrd="2" destOrd="0" presId="urn:microsoft.com/office/officeart/2005/8/layout/list1"/>
    <dgm:cxn modelId="{9766A762-9D58-4756-9D93-42A49737EE8C}" type="presParOf" srcId="{0D22C6A7-3F88-4228-B324-2E4C06C3F09A}" destId="{E9ED49F2-2A5E-4DF7-9A55-3B6B038C8FD0}" srcOrd="3" destOrd="0" presId="urn:microsoft.com/office/officeart/2005/8/layout/list1"/>
    <dgm:cxn modelId="{800D0C6F-566B-4042-ADFB-4A85601078B3}" type="presParOf" srcId="{0D22C6A7-3F88-4228-B324-2E4C06C3F09A}" destId="{C6582FAE-487B-4293-95E5-45DBDEFF00F2}" srcOrd="4" destOrd="0" presId="urn:microsoft.com/office/officeart/2005/8/layout/list1"/>
    <dgm:cxn modelId="{BEDFAC9C-DCCF-43D5-BF09-DA66FC496D30}" type="presParOf" srcId="{C6582FAE-487B-4293-95E5-45DBDEFF00F2}" destId="{A38FF621-4382-45D3-B1A2-BA2250D65380}" srcOrd="0" destOrd="0" presId="urn:microsoft.com/office/officeart/2005/8/layout/list1"/>
    <dgm:cxn modelId="{97DA0EAC-C005-4C7A-8E16-F2A5D3D2312C}" type="presParOf" srcId="{C6582FAE-487B-4293-95E5-45DBDEFF00F2}" destId="{64A89375-AF2E-42D9-8B79-78A074E623AD}" srcOrd="1" destOrd="0" presId="urn:microsoft.com/office/officeart/2005/8/layout/list1"/>
    <dgm:cxn modelId="{F701C854-C2F1-4E50-BD88-E355503ADB84}" type="presParOf" srcId="{0D22C6A7-3F88-4228-B324-2E4C06C3F09A}" destId="{ABD4C2F3-9628-4B27-B71F-460D8171466A}" srcOrd="5" destOrd="0" presId="urn:microsoft.com/office/officeart/2005/8/layout/list1"/>
    <dgm:cxn modelId="{5F71F4BD-6418-4E2C-9C10-075A0DE10533}" type="presParOf" srcId="{0D22C6A7-3F88-4228-B324-2E4C06C3F09A}" destId="{BE429704-F034-4994-BF2A-9D7F267E9F55}" srcOrd="6" destOrd="0" presId="urn:microsoft.com/office/officeart/2005/8/layout/list1"/>
    <dgm:cxn modelId="{FD1FFC91-B0AE-4928-8389-2704A7EEA1E3}" type="presParOf" srcId="{0D22C6A7-3F88-4228-B324-2E4C06C3F09A}" destId="{86C88602-2C32-461E-9162-BD3CDB4E9F29}" srcOrd="7" destOrd="0" presId="urn:microsoft.com/office/officeart/2005/8/layout/list1"/>
    <dgm:cxn modelId="{753ECFFE-CDAB-4151-87C2-F788C63D1293}" type="presParOf" srcId="{0D22C6A7-3F88-4228-B324-2E4C06C3F09A}" destId="{9440E355-A1C8-4FEF-A5D8-0B30C56DB585}" srcOrd="8" destOrd="0" presId="urn:microsoft.com/office/officeart/2005/8/layout/list1"/>
    <dgm:cxn modelId="{1F0E8B6D-5AA1-43D6-B2A2-5645AE20CAED}" type="presParOf" srcId="{9440E355-A1C8-4FEF-A5D8-0B30C56DB585}" destId="{BD2F0DB4-7BCC-4F2E-9610-45106783060D}" srcOrd="0" destOrd="0" presId="urn:microsoft.com/office/officeart/2005/8/layout/list1"/>
    <dgm:cxn modelId="{9023B0FA-7B40-4CE0-8FA1-832E8D777385}" type="presParOf" srcId="{9440E355-A1C8-4FEF-A5D8-0B30C56DB585}" destId="{2C718346-1554-4EAC-A2EB-770C7BF79545}" srcOrd="1" destOrd="0" presId="urn:microsoft.com/office/officeart/2005/8/layout/list1"/>
    <dgm:cxn modelId="{9AB5F929-A327-4492-9C1F-B82323CEE643}" type="presParOf" srcId="{0D22C6A7-3F88-4228-B324-2E4C06C3F09A}" destId="{E397B100-973D-4A43-9C40-F1E3943EC019}" srcOrd="9" destOrd="0" presId="urn:microsoft.com/office/officeart/2005/8/layout/list1"/>
    <dgm:cxn modelId="{0B632B30-6A49-4224-B9C6-91EDF0AAEC32}" type="presParOf" srcId="{0D22C6A7-3F88-4228-B324-2E4C06C3F09A}" destId="{F2DCDAEE-5999-45B9-92E7-6A31FDF9619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DA794-BF9F-4126-8036-E08E169F5656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F07658-4FC9-4713-956E-DC7E3B1DDCD2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Problem</a:t>
          </a:r>
        </a:p>
      </dsp:txBody>
      <dsp:txXfrm>
        <a:off x="0" y="2663"/>
        <a:ext cx="5000124" cy="908098"/>
      </dsp:txXfrm>
    </dsp:sp>
    <dsp:sp modelId="{49AB137A-A8F6-4A0C-81D1-91FD2DCE5B1D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55218F-34DC-4B5D-AB60-8AFB7C4D3D51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Rešitev</a:t>
          </a:r>
        </a:p>
      </dsp:txBody>
      <dsp:txXfrm>
        <a:off x="0" y="910762"/>
        <a:ext cx="5000124" cy="908098"/>
      </dsp:txXfrm>
    </dsp:sp>
    <dsp:sp modelId="{44405653-1958-49F2-A308-BEC4FA91439B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87EBEE-9B1A-42AE-8207-7E9D88E25DBD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MVP</a:t>
          </a:r>
        </a:p>
      </dsp:txBody>
      <dsp:txXfrm>
        <a:off x="0" y="1818861"/>
        <a:ext cx="5000124" cy="908098"/>
      </dsp:txXfrm>
    </dsp:sp>
    <dsp:sp modelId="{56E785D0-7348-49D2-B69E-11EE9D7EC8A1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4B59B8-6794-46F3-A18C-3F85454EB0ED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Demo</a:t>
          </a:r>
        </a:p>
      </dsp:txBody>
      <dsp:txXfrm>
        <a:off x="0" y="2726960"/>
        <a:ext cx="5000124" cy="908098"/>
      </dsp:txXfrm>
    </dsp:sp>
    <dsp:sp modelId="{5E1530C7-6366-426A-AA25-6820334841B8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6F6D30-F4D4-419D-B815-8DF6332E4CCD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Market</a:t>
          </a:r>
        </a:p>
      </dsp:txBody>
      <dsp:txXfrm>
        <a:off x="0" y="3635058"/>
        <a:ext cx="5000124" cy="908098"/>
      </dsp:txXfrm>
    </dsp:sp>
    <dsp:sp modelId="{76F3614F-5308-477D-95C1-1A518510B799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42D1D3-25E7-4D7B-BD97-3FA53BD7CCCB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Zaključek</a:t>
          </a:r>
        </a:p>
      </dsp:txBody>
      <dsp:txXfrm>
        <a:off x="0" y="4543157"/>
        <a:ext cx="5000124" cy="9080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2F214-1A12-45CD-A39C-111605918D2E}">
      <dsp:nvSpPr>
        <dsp:cNvPr id="0" name=""/>
        <dsp:cNvSpPr/>
      </dsp:nvSpPr>
      <dsp:spPr>
        <a:xfrm>
          <a:off x="109981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651EB-8ABA-4CDD-A278-5B33090EBB23}">
      <dsp:nvSpPr>
        <dsp:cNvPr id="0" name=""/>
        <dsp:cNvSpPr/>
      </dsp:nvSpPr>
      <dsp:spPr>
        <a:xfrm>
          <a:off x="8506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Veliko vrtičkarjev in kmetov se sooča s tem problemom.</a:t>
          </a:r>
        </a:p>
      </dsp:txBody>
      <dsp:txXfrm>
        <a:off x="85060" y="2525075"/>
        <a:ext cx="3690000" cy="720000"/>
      </dsp:txXfrm>
    </dsp:sp>
    <dsp:sp modelId="{DDA36204-FA35-43D2-BF07-FFE4EEADD41E}">
      <dsp:nvSpPr>
        <dsp:cNvPr id="0" name=""/>
        <dsp:cNvSpPr/>
      </dsp:nvSpPr>
      <dsp:spPr>
        <a:xfrm>
          <a:off x="543556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7E081-3215-48E5-8205-17A65E8DA9FC}">
      <dsp:nvSpPr>
        <dsp:cNvPr id="0" name=""/>
        <dsp:cNvSpPr/>
      </dsp:nvSpPr>
      <dsp:spPr>
        <a:xfrm>
          <a:off x="442081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Trend urbanega vrtnarjenja raste.</a:t>
          </a:r>
        </a:p>
      </dsp:txBody>
      <dsp:txXfrm>
        <a:off x="4420810" y="2525075"/>
        <a:ext cx="369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D3851-58AD-435B-BA91-E79F23632CA8}">
      <dsp:nvSpPr>
        <dsp:cNvPr id="0" name=""/>
        <dsp:cNvSpPr/>
      </dsp:nvSpPr>
      <dsp:spPr>
        <a:xfrm>
          <a:off x="0" y="46093"/>
          <a:ext cx="4683949" cy="1747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Prepoznava rastlin</a:t>
          </a:r>
        </a:p>
      </dsp:txBody>
      <dsp:txXfrm>
        <a:off x="85326" y="131419"/>
        <a:ext cx="4513297" cy="1577254"/>
      </dsp:txXfrm>
    </dsp:sp>
    <dsp:sp modelId="{6199B0D0-B590-4FB8-8C38-475150F9B2C7}">
      <dsp:nvSpPr>
        <dsp:cNvPr id="0" name=""/>
        <dsp:cNvSpPr/>
      </dsp:nvSpPr>
      <dsp:spPr>
        <a:xfrm>
          <a:off x="0" y="1920720"/>
          <a:ext cx="4683949" cy="1747906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AI priporočila</a:t>
          </a:r>
        </a:p>
      </dsp:txBody>
      <dsp:txXfrm>
        <a:off x="85326" y="2006046"/>
        <a:ext cx="4513297" cy="1577254"/>
      </dsp:txXfrm>
    </dsp:sp>
    <dsp:sp modelId="{EE84E758-703B-449D-8740-967FBDA86E7F}">
      <dsp:nvSpPr>
        <dsp:cNvPr id="0" name=""/>
        <dsp:cNvSpPr/>
      </dsp:nvSpPr>
      <dsp:spPr>
        <a:xfrm>
          <a:off x="0" y="3795346"/>
          <a:ext cx="4683949" cy="174790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Enostavna uporaba</a:t>
          </a:r>
        </a:p>
      </dsp:txBody>
      <dsp:txXfrm>
        <a:off x="85326" y="3880672"/>
        <a:ext cx="4513297" cy="15772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F0F89-939C-4DFE-B2FA-5A09C0D81980}">
      <dsp:nvSpPr>
        <dsp:cNvPr id="0" name=""/>
        <dsp:cNvSpPr/>
      </dsp:nvSpPr>
      <dsp:spPr>
        <a:xfrm>
          <a:off x="0" y="46093"/>
          <a:ext cx="4683949" cy="1747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Mobilna aplikacija</a:t>
          </a:r>
        </a:p>
      </dsp:txBody>
      <dsp:txXfrm>
        <a:off x="85326" y="131419"/>
        <a:ext cx="4513297" cy="1577254"/>
      </dsp:txXfrm>
    </dsp:sp>
    <dsp:sp modelId="{BD78DAED-51DC-4C90-A121-68E0B5EB0482}">
      <dsp:nvSpPr>
        <dsp:cNvPr id="0" name=""/>
        <dsp:cNvSpPr/>
      </dsp:nvSpPr>
      <dsp:spPr>
        <a:xfrm>
          <a:off x="0" y="1920720"/>
          <a:ext cx="4683949" cy="1747906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AI model</a:t>
          </a:r>
        </a:p>
      </dsp:txBody>
      <dsp:txXfrm>
        <a:off x="85326" y="2006046"/>
        <a:ext cx="4513297" cy="1577254"/>
      </dsp:txXfrm>
    </dsp:sp>
    <dsp:sp modelId="{79F4A29D-63F4-4697-B29D-1D8AF26E279F}">
      <dsp:nvSpPr>
        <dsp:cNvPr id="0" name=""/>
        <dsp:cNvSpPr/>
      </dsp:nvSpPr>
      <dsp:spPr>
        <a:xfrm>
          <a:off x="0" y="3795346"/>
          <a:ext cx="4683949" cy="174790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Baza podatkov rastlin</a:t>
          </a:r>
        </a:p>
      </dsp:txBody>
      <dsp:txXfrm>
        <a:off x="85326" y="3880672"/>
        <a:ext cx="4513297" cy="15772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97E73-A30B-4976-9EA6-6506F29E5D97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FEA0D-61A9-4F7A-A5D5-4D248B83A1F8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Osnovno slikanje vrta</a:t>
          </a:r>
        </a:p>
      </dsp:txBody>
      <dsp:txXfrm>
        <a:off x="283960" y="1066136"/>
        <a:ext cx="2107770" cy="1308711"/>
      </dsp:txXfrm>
    </dsp:sp>
    <dsp:sp modelId="{57D75DC0-46F0-4DA9-9C7A-8687F3A60094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4851D-FA3A-45BE-88DF-23E4E6BA97CF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Prepoznava rastlin</a:t>
          </a:r>
        </a:p>
      </dsp:txBody>
      <dsp:txXfrm>
        <a:off x="2959652" y="1066136"/>
        <a:ext cx="2107770" cy="1308711"/>
      </dsp:txXfrm>
    </dsp:sp>
    <dsp:sp modelId="{29100E2E-B2AC-4899-A926-42EDCF68C30B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29021-C045-4779-B08F-6FA99AF56652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Priporočila</a:t>
          </a:r>
        </a:p>
      </dsp:txBody>
      <dsp:txXfrm>
        <a:off x="5635343" y="1066136"/>
        <a:ext cx="2107770" cy="13087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C68A3-D7B2-4885-B88D-584AF9CB5A5F}">
      <dsp:nvSpPr>
        <dsp:cNvPr id="0" name=""/>
        <dsp:cNvSpPr/>
      </dsp:nvSpPr>
      <dsp:spPr>
        <a:xfrm>
          <a:off x="0" y="46093"/>
          <a:ext cx="4683949" cy="1747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Hitra analiza</a:t>
          </a:r>
        </a:p>
      </dsp:txBody>
      <dsp:txXfrm>
        <a:off x="85326" y="131419"/>
        <a:ext cx="4513297" cy="1577254"/>
      </dsp:txXfrm>
    </dsp:sp>
    <dsp:sp modelId="{4AF6886A-5747-4B3D-9335-C985B74DAE74}">
      <dsp:nvSpPr>
        <dsp:cNvPr id="0" name=""/>
        <dsp:cNvSpPr/>
      </dsp:nvSpPr>
      <dsp:spPr>
        <a:xfrm>
          <a:off x="0" y="1920720"/>
          <a:ext cx="4683949" cy="1747906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Enostavna uporaba</a:t>
          </a:r>
        </a:p>
      </dsp:txBody>
      <dsp:txXfrm>
        <a:off x="85326" y="2006046"/>
        <a:ext cx="4513297" cy="1577254"/>
      </dsp:txXfrm>
    </dsp:sp>
    <dsp:sp modelId="{B50CC076-09EB-4516-BE14-E932F0BF0585}">
      <dsp:nvSpPr>
        <dsp:cNvPr id="0" name=""/>
        <dsp:cNvSpPr/>
      </dsp:nvSpPr>
      <dsp:spPr>
        <a:xfrm>
          <a:off x="0" y="3795346"/>
          <a:ext cx="4683949" cy="174790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Koristni rezultati</a:t>
          </a:r>
        </a:p>
      </dsp:txBody>
      <dsp:txXfrm>
        <a:off x="85326" y="3880672"/>
        <a:ext cx="4513297" cy="15772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B2D73-D38F-4CD1-840E-568701B458FA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A842A-5BD4-4058-B198-F6F5168B7B7B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Ciljni uporabniki: vrtičkarji, kmetje</a:t>
          </a:r>
        </a:p>
      </dsp:txBody>
      <dsp:txXfrm>
        <a:off x="433546" y="784100"/>
        <a:ext cx="3211056" cy="1993740"/>
      </dsp:txXfrm>
    </dsp:sp>
    <dsp:sp modelId="{CF53AA4F-1086-41A9-981C-DD3D0E2ACF95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A8038-9C66-41E7-A0F2-621CC624E82D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Poslovni model: freemium / premium funkcije</a:t>
          </a:r>
        </a:p>
      </dsp:txBody>
      <dsp:txXfrm>
        <a:off x="4509795" y="784100"/>
        <a:ext cx="3211056" cy="1993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D5332-1DE7-4BED-A403-A121BA6ADB87}">
      <dsp:nvSpPr>
        <dsp:cNvPr id="0" name=""/>
        <dsp:cNvSpPr/>
      </dsp:nvSpPr>
      <dsp:spPr>
        <a:xfrm>
          <a:off x="0" y="1209559"/>
          <a:ext cx="500012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E45919-3D12-4A61-BC3E-45B8A160640F}">
      <dsp:nvSpPr>
        <dsp:cNvPr id="0" name=""/>
        <dsp:cNvSpPr/>
      </dsp:nvSpPr>
      <dsp:spPr>
        <a:xfrm>
          <a:off x="250006" y="766759"/>
          <a:ext cx="3500086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Inovativna AI rešitev</a:t>
          </a:r>
        </a:p>
      </dsp:txBody>
      <dsp:txXfrm>
        <a:off x="293237" y="809990"/>
        <a:ext cx="3413624" cy="799138"/>
      </dsp:txXfrm>
    </dsp:sp>
    <dsp:sp modelId="{BE429704-F034-4994-BF2A-9D7F267E9F55}">
      <dsp:nvSpPr>
        <dsp:cNvPr id="0" name=""/>
        <dsp:cNvSpPr/>
      </dsp:nvSpPr>
      <dsp:spPr>
        <a:xfrm>
          <a:off x="0" y="2570359"/>
          <a:ext cx="500012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89375-AF2E-42D9-8B79-78A074E623AD}">
      <dsp:nvSpPr>
        <dsp:cNvPr id="0" name=""/>
        <dsp:cNvSpPr/>
      </dsp:nvSpPr>
      <dsp:spPr>
        <a:xfrm>
          <a:off x="250006" y="2127559"/>
          <a:ext cx="3500086" cy="88560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Prihranek časa</a:t>
          </a:r>
        </a:p>
      </dsp:txBody>
      <dsp:txXfrm>
        <a:off x="293237" y="2170790"/>
        <a:ext cx="3413624" cy="799138"/>
      </dsp:txXfrm>
    </dsp:sp>
    <dsp:sp modelId="{F2DCDAEE-5999-45B9-92E7-6A31FDF9619A}">
      <dsp:nvSpPr>
        <dsp:cNvPr id="0" name=""/>
        <dsp:cNvSpPr/>
      </dsp:nvSpPr>
      <dsp:spPr>
        <a:xfrm>
          <a:off x="0" y="3931160"/>
          <a:ext cx="500012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18346-1554-4EAC-A2EB-770C7BF79545}">
      <dsp:nvSpPr>
        <dsp:cNvPr id="0" name=""/>
        <dsp:cNvSpPr/>
      </dsp:nvSpPr>
      <dsp:spPr>
        <a:xfrm>
          <a:off x="250006" y="3488359"/>
          <a:ext cx="3500086" cy="8856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Boljši pridelki</a:t>
          </a:r>
        </a:p>
      </dsp:txBody>
      <dsp:txXfrm>
        <a:off x="293237" y="3531590"/>
        <a:ext cx="3413624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1014574"/>
            <a:ext cx="7294297" cy="2226769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Garden AI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281" y="3640633"/>
            <a:ext cx="7294297" cy="2487212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chemeClr val="tx2"/>
                </a:solidFill>
              </a:rPr>
              <a:t>KrisKajtna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0931" y="2023110"/>
            <a:ext cx="1852218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Uvod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0931" y="5086350"/>
            <a:ext cx="1834848" cy="11782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kern="1200">
                <a:solidFill>
                  <a:schemeClr val="tx1"/>
                </a:solidFill>
                <a:highlight>
                  <a:srgbClr val="808080"/>
                </a:highlight>
                <a:latin typeface="+mn-lt"/>
                <a:ea typeface="+mn-ea"/>
                <a:cs typeface="+mn-cs"/>
              </a:rPr>
              <a:t>AI aplikacija za prepoznavanje rastlin in priporočanje najboljših sosedov na vrtu.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361045" y="245695"/>
            <a:ext cx="1715478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563" y="664308"/>
            <a:ext cx="6061974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ECB17A7F-E5AF-98A1-BBEF-017A321C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3" r="5144" b="1"/>
          <a:stretch>
            <a:fillRect/>
          </a:stretch>
        </p:blipFill>
        <p:spPr>
          <a:xfrm>
            <a:off x="408928" y="1324657"/>
            <a:ext cx="5706228" cy="427964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47951" y="3411145"/>
            <a:ext cx="1719072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9DE2B7-3CAA-4C8E-9530-7367F82D36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26319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/>
              <a:t>Problem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/>
              <a:t>Uporabniki ne vedo katere rastline saditi skupaj.</a:t>
            </a:r>
          </a:p>
          <a:p>
            <a:r>
              <a:rPr lang="en-US" sz="1900"/>
              <a:t>Slabi pridelki zaradi napačnih kombinacij.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2527357E-9B3C-D648-9E31-0B3DCEDFB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59" r="14826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Velikost problema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88C454-32AF-DCC1-29CF-909EE2AE0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41989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668FDA59-2B01-7FA8-FAB9-474AF5B35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" y="1184714"/>
            <a:ext cx="4942153" cy="4485004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89" y="623275"/>
            <a:ext cx="300913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372" y="1056640"/>
            <a:ext cx="2398245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Rešitev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9372" y="4301656"/>
            <a:ext cx="2029214" cy="762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Uporabnik slika vrt → AI analizira → predlaga najboljše sosede.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300"/>
              <a:t>Funkcionalnosti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6BAC72-319F-870C-2D00-F2B00C5C61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69936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Arhitektura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9E3CD8-CC89-3249-C48E-36876F654C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47778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MVP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AC4842-6ED3-B2CB-EF45-D725F60C8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662394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</a:t>
            </a:r>
          </a:p>
        </p:txBody>
      </p:sp>
      <p:sp>
        <p:nvSpPr>
          <p:cNvPr id="9" name="Označba mesta vsebine 8">
            <a:extLst>
              <a:ext uri="{FF2B5EF4-FFF2-40B4-BE49-F238E27FC236}">
                <a16:creationId xmlns:a16="http://schemas.microsoft.com/office/drawing/2014/main" id="{1A9DD0A9-8F2B-31FC-EEE4-B61D1CC19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/>
              <a:t>Takeaways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09518E-783A-3241-2F51-32D30DE75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55174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Market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DD65D7-27F4-3C90-AA2C-99F86838F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883661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Zaključek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25AD91-64AB-4D45-7A21-6E8EFDA37A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5836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9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13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483" y="841664"/>
            <a:ext cx="38663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Hvala za pozornost!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451888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Vprašanja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127</Words>
  <Application>Microsoft Office PowerPoint</Application>
  <PresentationFormat>Diaprojekcija na zaslonu (4:3)</PresentationFormat>
  <Paragraphs>45</Paragraphs>
  <Slides>14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2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Garden AI Scanner</vt:lpstr>
      <vt:lpstr>Uvod</vt:lpstr>
      <vt:lpstr>Agenda</vt:lpstr>
      <vt:lpstr>Problem</vt:lpstr>
      <vt:lpstr>Velikost problema</vt:lpstr>
      <vt:lpstr>Rešitev</vt:lpstr>
      <vt:lpstr>Funkcionalnosti</vt:lpstr>
      <vt:lpstr>Arhitektura</vt:lpstr>
      <vt:lpstr>MVP</vt:lpstr>
      <vt:lpstr>Demo video</vt:lpstr>
      <vt:lpstr>Takeaways</vt:lpstr>
      <vt:lpstr>Market</vt:lpstr>
      <vt:lpstr>Zaključek</vt:lpstr>
      <vt:lpstr>Hvala za pozornost!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CICA</dc:creator>
  <cp:keywords/>
  <dc:description>generated using python-pptx</dc:description>
  <cp:lastModifiedBy>Kris Kajtna</cp:lastModifiedBy>
  <cp:revision>3</cp:revision>
  <dcterms:created xsi:type="dcterms:W3CDTF">2013-01-27T09:14:16Z</dcterms:created>
  <dcterms:modified xsi:type="dcterms:W3CDTF">2026-03-30T15:44:35Z</dcterms:modified>
  <cp:category/>
</cp:coreProperties>
</file>